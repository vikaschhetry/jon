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7"/>
  </p:notesMasterIdLst>
  <p:sldIdLst>
    <p:sldId id="256" r:id="rId2"/>
    <p:sldId id="260" r:id="rId3"/>
    <p:sldId id="264" r:id="rId4"/>
    <p:sldId id="261" r:id="rId5"/>
    <p:sldId id="262" r:id="rId6"/>
    <p:sldId id="265" r:id="rId7"/>
    <p:sldId id="366" r:id="rId8"/>
    <p:sldId id="266" r:id="rId9"/>
    <p:sldId id="267" r:id="rId10"/>
    <p:sldId id="268" r:id="rId11"/>
    <p:sldId id="269" r:id="rId12"/>
    <p:sldId id="270" r:id="rId13"/>
    <p:sldId id="271" r:id="rId14"/>
    <p:sldId id="272" r:id="rId15"/>
    <p:sldId id="273" r:id="rId16"/>
    <p:sldId id="367" r:id="rId17"/>
    <p:sldId id="274" r:id="rId18"/>
    <p:sldId id="275" r:id="rId19"/>
    <p:sldId id="276" r:id="rId20"/>
    <p:sldId id="277" r:id="rId21"/>
    <p:sldId id="278" r:id="rId22"/>
    <p:sldId id="279" r:id="rId23"/>
    <p:sldId id="280" r:id="rId24"/>
    <p:sldId id="281" r:id="rId25"/>
    <p:sldId id="282" r:id="rId26"/>
    <p:sldId id="414" r:id="rId27"/>
    <p:sldId id="415" r:id="rId28"/>
    <p:sldId id="285" r:id="rId29"/>
    <p:sldId id="416" r:id="rId30"/>
    <p:sldId id="417" r:id="rId31"/>
    <p:sldId id="286" r:id="rId32"/>
    <p:sldId id="287" r:id="rId33"/>
    <p:sldId id="288" r:id="rId34"/>
    <p:sldId id="289" r:id="rId35"/>
    <p:sldId id="290" r:id="rId36"/>
    <p:sldId id="291" r:id="rId37"/>
    <p:sldId id="292" r:id="rId38"/>
    <p:sldId id="293" r:id="rId39"/>
    <p:sldId id="294" r:id="rId40"/>
    <p:sldId id="295" r:id="rId41"/>
    <p:sldId id="418" r:id="rId42"/>
    <p:sldId id="297" r:id="rId43"/>
    <p:sldId id="298" r:id="rId44"/>
    <p:sldId id="299" r:id="rId45"/>
    <p:sldId id="300" r:id="rId46"/>
    <p:sldId id="303" r:id="rId47"/>
    <p:sldId id="301" r:id="rId48"/>
    <p:sldId id="302" r:id="rId49"/>
    <p:sldId id="304" r:id="rId50"/>
    <p:sldId id="305" r:id="rId51"/>
    <p:sldId id="306" r:id="rId52"/>
    <p:sldId id="307" r:id="rId53"/>
    <p:sldId id="308" r:id="rId54"/>
    <p:sldId id="318" r:id="rId55"/>
    <p:sldId id="319" r:id="rId56"/>
    <p:sldId id="320" r:id="rId57"/>
    <p:sldId id="321" r:id="rId58"/>
    <p:sldId id="322" r:id="rId59"/>
    <p:sldId id="323" r:id="rId60"/>
    <p:sldId id="324" r:id="rId61"/>
    <p:sldId id="378" r:id="rId62"/>
    <p:sldId id="327" r:id="rId63"/>
    <p:sldId id="328" r:id="rId64"/>
    <p:sldId id="325" r:id="rId65"/>
    <p:sldId id="329" r:id="rId66"/>
    <p:sldId id="330" r:id="rId67"/>
    <p:sldId id="326" r:id="rId68"/>
    <p:sldId id="331" r:id="rId69"/>
    <p:sldId id="332" r:id="rId70"/>
    <p:sldId id="333" r:id="rId71"/>
    <p:sldId id="334" r:id="rId72"/>
    <p:sldId id="335" r:id="rId73"/>
    <p:sldId id="336" r:id="rId74"/>
    <p:sldId id="337" r:id="rId75"/>
    <p:sldId id="338" r:id="rId76"/>
    <p:sldId id="400" r:id="rId77"/>
    <p:sldId id="379" r:id="rId78"/>
    <p:sldId id="380" r:id="rId79"/>
    <p:sldId id="381" r:id="rId80"/>
    <p:sldId id="382" r:id="rId81"/>
    <p:sldId id="383" r:id="rId82"/>
    <p:sldId id="384" r:id="rId83"/>
    <p:sldId id="385" r:id="rId84"/>
    <p:sldId id="386" r:id="rId85"/>
    <p:sldId id="387" r:id="rId86"/>
    <p:sldId id="388" r:id="rId87"/>
    <p:sldId id="389" r:id="rId88"/>
    <p:sldId id="401" r:id="rId89"/>
    <p:sldId id="390" r:id="rId90"/>
    <p:sldId id="391" r:id="rId91"/>
    <p:sldId id="392" r:id="rId92"/>
    <p:sldId id="393" r:id="rId93"/>
    <p:sldId id="394" r:id="rId94"/>
    <p:sldId id="395" r:id="rId95"/>
    <p:sldId id="396" r:id="rId96"/>
    <p:sldId id="397" r:id="rId97"/>
    <p:sldId id="398" r:id="rId98"/>
    <p:sldId id="399" r:id="rId99"/>
    <p:sldId id="402" r:id="rId100"/>
    <p:sldId id="403" r:id="rId101"/>
    <p:sldId id="405" r:id="rId102"/>
    <p:sldId id="406" r:id="rId103"/>
    <p:sldId id="407" r:id="rId104"/>
    <p:sldId id="408" r:id="rId105"/>
    <p:sldId id="411" r:id="rId106"/>
    <p:sldId id="409" r:id="rId107"/>
    <p:sldId id="413" r:id="rId108"/>
    <p:sldId id="410" r:id="rId109"/>
    <p:sldId id="404" r:id="rId110"/>
    <p:sldId id="412" r:id="rId111"/>
    <p:sldId id="358" r:id="rId112"/>
    <p:sldId id="359" r:id="rId113"/>
    <p:sldId id="360" r:id="rId114"/>
    <p:sldId id="361" r:id="rId115"/>
    <p:sldId id="368" r:id="rId116"/>
    <p:sldId id="369" r:id="rId117"/>
    <p:sldId id="362" r:id="rId118"/>
    <p:sldId id="363" r:id="rId119"/>
    <p:sldId id="372" r:id="rId120"/>
    <p:sldId id="373" r:id="rId121"/>
    <p:sldId id="374" r:id="rId122"/>
    <p:sldId id="376" r:id="rId123"/>
    <p:sldId id="364" r:id="rId124"/>
    <p:sldId id="377" r:id="rId125"/>
    <p:sldId id="365" r:id="rId1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222A"/>
    <a:srgbClr val="383A3C"/>
    <a:srgbClr val="FAC6C7"/>
    <a:srgbClr val="FFFFFF"/>
    <a:srgbClr val="D31E26"/>
    <a:srgbClr val="D74349"/>
    <a:srgbClr val="D4212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7AB6FB-B3B8-48CE-B267-04C3A77B5606}" v="52" dt="2026-08-10T11:02:02.9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0754" autoAdjust="0"/>
  </p:normalViewPr>
  <p:slideViewPr>
    <p:cSldViewPr snapToGrid="0">
      <p:cViewPr varScale="1">
        <p:scale>
          <a:sx n="62" d="100"/>
          <a:sy n="62" d="100"/>
        </p:scale>
        <p:origin x="105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microsoft.com/office/2015/10/relationships/revisionInfo" Target="revisionInfo.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iya Bharti" userId="f719d7c7096fce03" providerId="LiveId" clId="{BAADE4C5-3DB5-4614-8A17-E73406FF8815}"/>
    <pc:docChg chg="undo custSel addSld delSld modSld modMainMaster">
      <pc:chgData name="Priya Bharti" userId="f719d7c7096fce03" providerId="LiveId" clId="{BAADE4C5-3DB5-4614-8A17-E73406FF8815}" dt="2026-08-10T11:02:16.160" v="552" actId="9405"/>
      <pc:docMkLst>
        <pc:docMk/>
      </pc:docMkLst>
      <pc:sldChg chg="modSp mod">
        <pc:chgData name="Priya Bharti" userId="f719d7c7096fce03" providerId="LiveId" clId="{BAADE4C5-3DB5-4614-8A17-E73406FF8815}" dt="2026-07-28T07:48:01.951" v="54"/>
        <pc:sldMkLst>
          <pc:docMk/>
          <pc:sldMk cId="3823976537" sldId="256"/>
        </pc:sldMkLst>
        <pc:spChg chg="mod">
          <ac:chgData name="Priya Bharti" userId="f719d7c7096fce03" providerId="LiveId" clId="{BAADE4C5-3DB5-4614-8A17-E73406FF8815}" dt="2026-07-28T07:47:48.072" v="53" actId="20577"/>
          <ac:spMkLst>
            <pc:docMk/>
            <pc:sldMk cId="3823976537" sldId="256"/>
            <ac:spMk id="5" creationId="{DF68EA21-D1DB-A2CF-CFD9-DD5215232E37}"/>
          </ac:spMkLst>
        </pc:spChg>
        <pc:spChg chg="mod">
          <ac:chgData name="Priya Bharti" userId="f719d7c7096fce03" providerId="LiveId" clId="{BAADE4C5-3DB5-4614-8A17-E73406FF8815}" dt="2026-07-28T07:48:01.951" v="54"/>
          <ac:spMkLst>
            <pc:docMk/>
            <pc:sldMk cId="3823976537" sldId="256"/>
            <ac:spMk id="8" creationId="{8DD14CEA-0AFA-2840-50F8-7CD1850C6115}"/>
          </ac:spMkLst>
        </pc:spChg>
      </pc:sldChg>
      <pc:sldChg chg="delSp modSp mod">
        <pc:chgData name="Priya Bharti" userId="f719d7c7096fce03" providerId="LiveId" clId="{BAADE4C5-3DB5-4614-8A17-E73406FF8815}" dt="2026-07-28T07:48:14.362" v="55" actId="478"/>
        <pc:sldMkLst>
          <pc:docMk/>
          <pc:sldMk cId="1618591427" sldId="261"/>
        </pc:sldMkLst>
        <pc:spChg chg="mod">
          <ac:chgData name="Priya Bharti" userId="f719d7c7096fce03" providerId="LiveId" clId="{BAADE4C5-3DB5-4614-8A17-E73406FF8815}" dt="2026-07-28T07:48:01.951" v="54"/>
          <ac:spMkLst>
            <pc:docMk/>
            <pc:sldMk cId="1618591427" sldId="261"/>
            <ac:spMk id="2" creationId="{5C528BC5-FB9E-4B7B-2195-D121C3F5AA15}"/>
          </ac:spMkLst>
        </pc:spChg>
      </pc:sldChg>
      <pc:sldChg chg="addSp delSp modSp mod">
        <pc:chgData name="Priya Bharti" userId="f719d7c7096fce03" providerId="LiveId" clId="{BAADE4C5-3DB5-4614-8A17-E73406FF8815}" dt="2026-07-29T09:47:59.388" v="434" actId="478"/>
        <pc:sldMkLst>
          <pc:docMk/>
          <pc:sldMk cId="3840277103" sldId="265"/>
        </pc:sldMkLst>
        <pc:spChg chg="add mod">
          <ac:chgData name="Priya Bharti" userId="f719d7c7096fce03" providerId="LiveId" clId="{BAADE4C5-3DB5-4614-8A17-E73406FF8815}" dt="2026-07-29T09:47:59.388" v="434" actId="478"/>
          <ac:spMkLst>
            <pc:docMk/>
            <pc:sldMk cId="3840277103" sldId="265"/>
            <ac:spMk id="4" creationId="{76CD56F3-2C8E-B6EF-DC55-A43EBAF13E2F}"/>
          </ac:spMkLst>
        </pc:spChg>
      </pc:sldChg>
      <pc:sldChg chg="modSp mod">
        <pc:chgData name="Priya Bharti" userId="f719d7c7096fce03" providerId="LiveId" clId="{BAADE4C5-3DB5-4614-8A17-E73406FF8815}" dt="2026-07-28T07:52:24.528" v="69" actId="5793"/>
        <pc:sldMkLst>
          <pc:docMk/>
          <pc:sldMk cId="4279617042" sldId="279"/>
        </pc:sldMkLst>
        <pc:spChg chg="mod">
          <ac:chgData name="Priya Bharti" userId="f719d7c7096fce03" providerId="LiveId" clId="{BAADE4C5-3DB5-4614-8A17-E73406FF8815}" dt="2026-07-28T07:51:18.671" v="57" actId="122"/>
          <ac:spMkLst>
            <pc:docMk/>
            <pc:sldMk cId="4279617042" sldId="279"/>
            <ac:spMk id="3" creationId="{98F4035F-53B5-F064-9EC3-E8E3F4421BC1}"/>
          </ac:spMkLst>
        </pc:spChg>
        <pc:spChg chg="mod">
          <ac:chgData name="Priya Bharti" userId="f719d7c7096fce03" providerId="LiveId" clId="{BAADE4C5-3DB5-4614-8A17-E73406FF8815}" dt="2026-07-28T07:52:24.528" v="69" actId="5793"/>
          <ac:spMkLst>
            <pc:docMk/>
            <pc:sldMk cId="4279617042" sldId="279"/>
            <ac:spMk id="5" creationId="{61D802C7-80CA-8427-B186-2F8C97B70DEC}"/>
          </ac:spMkLst>
        </pc:spChg>
      </pc:sldChg>
      <pc:sldChg chg="modSp mod">
        <pc:chgData name="Priya Bharti" userId="f719d7c7096fce03" providerId="LiveId" clId="{BAADE4C5-3DB5-4614-8A17-E73406FF8815}" dt="2026-07-28T08:00:23.133" v="77" actId="20577"/>
        <pc:sldMkLst>
          <pc:docMk/>
          <pc:sldMk cId="904997752" sldId="280"/>
        </pc:sldMkLst>
        <pc:spChg chg="mod">
          <ac:chgData name="Priya Bharti" userId="f719d7c7096fce03" providerId="LiveId" clId="{BAADE4C5-3DB5-4614-8A17-E73406FF8815}" dt="2026-07-28T07:59:40.700" v="70"/>
          <ac:spMkLst>
            <pc:docMk/>
            <pc:sldMk cId="904997752" sldId="280"/>
            <ac:spMk id="3" creationId="{98F4035F-53B5-F064-9EC3-E8E3F4421BC1}"/>
          </ac:spMkLst>
        </pc:spChg>
        <pc:spChg chg="mod">
          <ac:chgData name="Priya Bharti" userId="f719d7c7096fce03" providerId="LiveId" clId="{BAADE4C5-3DB5-4614-8A17-E73406FF8815}" dt="2026-07-28T08:00:23.133" v="77" actId="20577"/>
          <ac:spMkLst>
            <pc:docMk/>
            <pc:sldMk cId="904997752" sldId="280"/>
            <ac:spMk id="8" creationId="{FF510182-F670-60DE-E165-0235E6928B30}"/>
          </ac:spMkLst>
        </pc:spChg>
      </pc:sldChg>
      <pc:sldChg chg="addSp delSp modSp mod">
        <pc:chgData name="Priya Bharti" userId="f719d7c7096fce03" providerId="LiveId" clId="{BAADE4C5-3DB5-4614-8A17-E73406FF8815}" dt="2026-07-29T10:42:43.040" v="450" actId="20577"/>
        <pc:sldMkLst>
          <pc:docMk/>
          <pc:sldMk cId="1456199355" sldId="281"/>
        </pc:sldMkLst>
        <pc:spChg chg="mod">
          <ac:chgData name="Priya Bharti" userId="f719d7c7096fce03" providerId="LiveId" clId="{BAADE4C5-3DB5-4614-8A17-E73406FF8815}" dt="2026-07-28T08:03:23.247" v="93" actId="122"/>
          <ac:spMkLst>
            <pc:docMk/>
            <pc:sldMk cId="1456199355" sldId="281"/>
            <ac:spMk id="3" creationId="{98F4035F-53B5-F064-9EC3-E8E3F4421BC1}"/>
          </ac:spMkLst>
        </pc:spChg>
        <pc:spChg chg="add mod">
          <ac:chgData name="Priya Bharti" userId="f719d7c7096fce03" providerId="LiveId" clId="{BAADE4C5-3DB5-4614-8A17-E73406FF8815}" dt="2026-07-28T10:28:58.130" v="426" actId="14100"/>
          <ac:spMkLst>
            <pc:docMk/>
            <pc:sldMk cId="1456199355" sldId="281"/>
            <ac:spMk id="5" creationId="{42094043-2198-B954-EF91-97971C4D3510}"/>
          </ac:spMkLst>
        </pc:spChg>
        <pc:graphicFrameChg chg="add mod modGraphic">
          <ac:chgData name="Priya Bharti" userId="f719d7c7096fce03" providerId="LiveId" clId="{BAADE4C5-3DB5-4614-8A17-E73406FF8815}" dt="2026-07-29T10:42:43.040" v="450" actId="20577"/>
          <ac:graphicFrameMkLst>
            <pc:docMk/>
            <pc:sldMk cId="1456199355" sldId="281"/>
            <ac:graphicFrameMk id="2" creationId="{BE8FF1B3-A060-B921-FFA7-D1D08E6A6762}"/>
          </ac:graphicFrameMkLst>
        </pc:graphicFrameChg>
      </pc:sldChg>
      <pc:sldChg chg="addSp delSp modSp mod">
        <pc:chgData name="Priya Bharti" userId="f719d7c7096fce03" providerId="LiveId" clId="{BAADE4C5-3DB5-4614-8A17-E73406FF8815}" dt="2026-07-28T10:59:46.082" v="429" actId="20577"/>
        <pc:sldMkLst>
          <pc:docMk/>
          <pc:sldMk cId="693605213" sldId="282"/>
        </pc:sldMkLst>
        <pc:spChg chg="mod">
          <ac:chgData name="Priya Bharti" userId="f719d7c7096fce03" providerId="LiveId" clId="{BAADE4C5-3DB5-4614-8A17-E73406FF8815}" dt="2026-07-28T08:10:20.784" v="148" actId="122"/>
          <ac:spMkLst>
            <pc:docMk/>
            <pc:sldMk cId="693605213" sldId="282"/>
            <ac:spMk id="3" creationId="{98F4035F-53B5-F064-9EC3-E8E3F4421BC1}"/>
          </ac:spMkLst>
        </pc:spChg>
        <pc:spChg chg="add mod">
          <ac:chgData name="Priya Bharti" userId="f719d7c7096fce03" providerId="LiveId" clId="{BAADE4C5-3DB5-4614-8A17-E73406FF8815}" dt="2026-07-28T10:59:46.082" v="429" actId="20577"/>
          <ac:spMkLst>
            <pc:docMk/>
            <pc:sldMk cId="693605213" sldId="282"/>
            <ac:spMk id="5" creationId="{B1ADFB9C-C003-C89F-84C0-77978C568E14}"/>
          </ac:spMkLst>
        </pc:spChg>
        <pc:picChg chg="add mod modCrop">
          <ac:chgData name="Priya Bharti" userId="f719d7c7096fce03" providerId="LiveId" clId="{BAADE4C5-3DB5-4614-8A17-E73406FF8815}" dt="2026-07-28T08:17:25.426" v="198" actId="732"/>
          <ac:picMkLst>
            <pc:docMk/>
            <pc:sldMk cId="693605213" sldId="282"/>
            <ac:picMk id="6" creationId="{188CE3B0-E68E-905F-4509-8908AFE2F0C2}"/>
          </ac:picMkLst>
        </pc:picChg>
      </pc:sldChg>
      <pc:sldChg chg="addSp delSp modSp mod">
        <pc:chgData name="Priya Bharti" userId="f719d7c7096fce03" providerId="LiveId" clId="{BAADE4C5-3DB5-4614-8A17-E73406FF8815}" dt="2026-07-29T10:44:15.020" v="451" actId="1036"/>
        <pc:sldMkLst>
          <pc:docMk/>
          <pc:sldMk cId="2077582358" sldId="285"/>
        </pc:sldMkLst>
        <pc:spChg chg="mod">
          <ac:chgData name="Priya Bharti" userId="f719d7c7096fce03" providerId="LiveId" clId="{BAADE4C5-3DB5-4614-8A17-E73406FF8815}" dt="2026-07-28T08:22:18.156" v="243" actId="122"/>
          <ac:spMkLst>
            <pc:docMk/>
            <pc:sldMk cId="2077582358" sldId="285"/>
            <ac:spMk id="3" creationId="{98F4035F-53B5-F064-9EC3-E8E3F4421BC1}"/>
          </ac:spMkLst>
        </pc:spChg>
        <pc:spChg chg="add mod">
          <ac:chgData name="Priya Bharti" userId="f719d7c7096fce03" providerId="LiveId" clId="{BAADE4C5-3DB5-4614-8A17-E73406FF8815}" dt="2026-07-29T10:44:15.020" v="451" actId="1036"/>
          <ac:spMkLst>
            <pc:docMk/>
            <pc:sldMk cId="2077582358" sldId="285"/>
            <ac:spMk id="5" creationId="{966F162D-70A7-320D-24E4-7DDBE743E408}"/>
          </ac:spMkLst>
        </pc:spChg>
      </pc:sldChg>
      <pc:sldChg chg="addSp delSp modSp mod">
        <pc:chgData name="Priya Bharti" userId="f719d7c7096fce03" providerId="LiveId" clId="{BAADE4C5-3DB5-4614-8A17-E73406FF8815}" dt="2026-08-04T09:45:25.444" v="493" actId="478"/>
        <pc:sldMkLst>
          <pc:docMk/>
          <pc:sldMk cId="4291562948" sldId="292"/>
        </pc:sldMkLst>
        <pc:grpChg chg="mod">
          <ac:chgData name="Priya Bharti" userId="f719d7c7096fce03" providerId="LiveId" clId="{BAADE4C5-3DB5-4614-8A17-E73406FF8815}" dt="2026-07-29T11:01:23.173" v="459"/>
          <ac:grpSpMkLst>
            <pc:docMk/>
            <pc:sldMk cId="4291562948" sldId="292"/>
            <ac:grpSpMk id="10" creationId="{A3809EC4-9341-A2EA-C77A-B8ADCC0B2BBD}"/>
          </ac:grpSpMkLst>
        </pc:grpChg>
        <pc:inkChg chg="add mod">
          <ac:chgData name="Priya Bharti" userId="f719d7c7096fce03" providerId="LiveId" clId="{BAADE4C5-3DB5-4614-8A17-E73406FF8815}" dt="2026-07-29T11:01:23.173" v="459"/>
          <ac:inkMkLst>
            <pc:docMk/>
            <pc:sldMk cId="4291562948" sldId="292"/>
            <ac:inkMk id="4" creationId="{A3BCC78D-A3D1-9F93-FB12-6C30ED611C6B}"/>
          </ac:inkMkLst>
        </pc:inkChg>
        <pc:inkChg chg="add mod">
          <ac:chgData name="Priya Bharti" userId="f719d7c7096fce03" providerId="LiveId" clId="{BAADE4C5-3DB5-4614-8A17-E73406FF8815}" dt="2026-07-29T11:01:23.173" v="459"/>
          <ac:inkMkLst>
            <pc:docMk/>
            <pc:sldMk cId="4291562948" sldId="292"/>
            <ac:inkMk id="6" creationId="{B7049AC4-4749-0875-DC22-4E40DE1537E8}"/>
          </ac:inkMkLst>
        </pc:inkChg>
        <pc:inkChg chg="add mod">
          <ac:chgData name="Priya Bharti" userId="f719d7c7096fce03" providerId="LiveId" clId="{BAADE4C5-3DB5-4614-8A17-E73406FF8815}" dt="2026-07-29T11:01:23.173" v="459"/>
          <ac:inkMkLst>
            <pc:docMk/>
            <pc:sldMk cId="4291562948" sldId="292"/>
            <ac:inkMk id="7" creationId="{388D1177-7700-4D54-C562-8B9D5143329D}"/>
          </ac:inkMkLst>
        </pc:inkChg>
        <pc:inkChg chg="add mod">
          <ac:chgData name="Priya Bharti" userId="f719d7c7096fce03" providerId="LiveId" clId="{BAADE4C5-3DB5-4614-8A17-E73406FF8815}" dt="2026-07-29T11:01:23.173" v="459"/>
          <ac:inkMkLst>
            <pc:docMk/>
            <pc:sldMk cId="4291562948" sldId="292"/>
            <ac:inkMk id="9" creationId="{62393438-C005-FC9E-1723-B466A26D0E56}"/>
          </ac:inkMkLst>
        </pc:inkChg>
        <pc:inkChg chg="add">
          <ac:chgData name="Priya Bharti" userId="f719d7c7096fce03" providerId="LiveId" clId="{BAADE4C5-3DB5-4614-8A17-E73406FF8815}" dt="2026-07-29T11:01:26.763" v="460" actId="9405"/>
          <ac:inkMkLst>
            <pc:docMk/>
            <pc:sldMk cId="4291562948" sldId="292"/>
            <ac:inkMk id="11" creationId="{02DA7FC0-A146-7D64-2296-40016EBCCEEF}"/>
          </ac:inkMkLst>
        </pc:inkChg>
        <pc:inkChg chg="add">
          <ac:chgData name="Priya Bharti" userId="f719d7c7096fce03" providerId="LiveId" clId="{BAADE4C5-3DB5-4614-8A17-E73406FF8815}" dt="2026-07-29T11:01:33.172" v="461" actId="9405"/>
          <ac:inkMkLst>
            <pc:docMk/>
            <pc:sldMk cId="4291562948" sldId="292"/>
            <ac:inkMk id="12" creationId="{7AE9F5CF-51B0-6B4F-6E89-A7C9018F1112}"/>
          </ac:inkMkLst>
        </pc:inkChg>
        <pc:inkChg chg="add mod">
          <ac:chgData name="Priya Bharti" userId="f719d7c7096fce03" providerId="LiveId" clId="{BAADE4C5-3DB5-4614-8A17-E73406FF8815}" dt="2026-07-29T11:02:01.234" v="471"/>
          <ac:inkMkLst>
            <pc:docMk/>
            <pc:sldMk cId="4291562948" sldId="292"/>
            <ac:inkMk id="21" creationId="{B208F712-F764-C2E7-B271-721F265AF64D}"/>
          </ac:inkMkLst>
        </pc:inkChg>
        <pc:inkChg chg="add">
          <ac:chgData name="Priya Bharti" userId="f719d7c7096fce03" providerId="LiveId" clId="{BAADE4C5-3DB5-4614-8A17-E73406FF8815}" dt="2026-07-29T11:02:15.127" v="476" actId="9405"/>
          <ac:inkMkLst>
            <pc:docMk/>
            <pc:sldMk cId="4291562948" sldId="292"/>
            <ac:inkMk id="26" creationId="{C5EA35CB-CD6C-CE9B-269F-C7095D7DE43F}"/>
          </ac:inkMkLst>
        </pc:inkChg>
      </pc:sldChg>
      <pc:sldChg chg="modSp mod">
        <pc:chgData name="Priya Bharti" userId="f719d7c7096fce03" providerId="LiveId" clId="{BAADE4C5-3DB5-4614-8A17-E73406FF8815}" dt="2026-07-29T11:05:00.930" v="486" actId="1076"/>
        <pc:sldMkLst>
          <pc:docMk/>
          <pc:sldMk cId="3947523724" sldId="293"/>
        </pc:sldMkLst>
        <pc:picChg chg="mod">
          <ac:chgData name="Priya Bharti" userId="f719d7c7096fce03" providerId="LiveId" clId="{BAADE4C5-3DB5-4614-8A17-E73406FF8815}" dt="2026-07-29T11:05:00.930" v="486" actId="1076"/>
          <ac:picMkLst>
            <pc:docMk/>
            <pc:sldMk cId="3947523724" sldId="293"/>
            <ac:picMk id="4" creationId="{919B14E2-7847-1E21-EE2B-BBEB4B971D5A}"/>
          </ac:picMkLst>
        </pc:picChg>
      </pc:sldChg>
      <pc:sldChg chg="modSp mod">
        <pc:chgData name="Priya Bharti" userId="f719d7c7096fce03" providerId="LiveId" clId="{BAADE4C5-3DB5-4614-8A17-E73406FF8815}" dt="2026-07-28T08:28:33.253" v="275" actId="20577"/>
        <pc:sldMkLst>
          <pc:docMk/>
          <pc:sldMk cId="477940560" sldId="298"/>
        </pc:sldMkLst>
        <pc:spChg chg="mod">
          <ac:chgData name="Priya Bharti" userId="f719d7c7096fce03" providerId="LiveId" clId="{BAADE4C5-3DB5-4614-8A17-E73406FF8815}" dt="2026-07-28T08:28:33.253" v="275" actId="20577"/>
          <ac:spMkLst>
            <pc:docMk/>
            <pc:sldMk cId="477940560" sldId="298"/>
            <ac:spMk id="5" creationId="{61D802C7-80CA-8427-B186-2F8C97B70DEC}"/>
          </ac:spMkLst>
        </pc:spChg>
      </pc:sldChg>
      <pc:sldChg chg="modSp mod">
        <pc:chgData name="Priya Bharti" userId="f719d7c7096fce03" providerId="LiveId" clId="{BAADE4C5-3DB5-4614-8A17-E73406FF8815}" dt="2026-08-04T11:10:10.488" v="496" actId="20577"/>
        <pc:sldMkLst>
          <pc:docMk/>
          <pc:sldMk cId="2807482556" sldId="302"/>
        </pc:sldMkLst>
        <pc:spChg chg="mod">
          <ac:chgData name="Priya Bharti" userId="f719d7c7096fce03" providerId="LiveId" clId="{BAADE4C5-3DB5-4614-8A17-E73406FF8815}" dt="2026-08-04T11:10:10.488" v="496" actId="20577"/>
          <ac:spMkLst>
            <pc:docMk/>
            <pc:sldMk cId="2807482556" sldId="302"/>
            <ac:spMk id="5" creationId="{61D802C7-80CA-8427-B186-2F8C97B70DEC}"/>
          </ac:spMkLst>
        </pc:spChg>
      </pc:sldChg>
      <pc:sldChg chg="addSp delSp modSp mod">
        <pc:chgData name="Priya Bharti" userId="f719d7c7096fce03" providerId="LiveId" clId="{BAADE4C5-3DB5-4614-8A17-E73406FF8815}" dt="2026-07-29T09:47:53.742" v="433" actId="478"/>
        <pc:sldMkLst>
          <pc:docMk/>
          <pc:sldMk cId="1452263768" sldId="366"/>
        </pc:sldMkLst>
        <pc:spChg chg="add mod">
          <ac:chgData name="Priya Bharti" userId="f719d7c7096fce03" providerId="LiveId" clId="{BAADE4C5-3DB5-4614-8A17-E73406FF8815}" dt="2026-07-29T09:47:53.742" v="433" actId="478"/>
          <ac:spMkLst>
            <pc:docMk/>
            <pc:sldMk cId="1452263768" sldId="366"/>
            <ac:spMk id="4" creationId="{EE7D1AC4-CD7D-F500-61E7-AF68D333F50F}"/>
          </ac:spMkLst>
        </pc:spChg>
      </pc:sldChg>
      <pc:sldChg chg="modSp mod">
        <pc:chgData name="Priya Bharti" userId="f719d7c7096fce03" providerId="LiveId" clId="{BAADE4C5-3DB5-4614-8A17-E73406FF8815}" dt="2026-08-04T11:17:11.587" v="497" actId="5793"/>
        <pc:sldMkLst>
          <pc:docMk/>
          <pc:sldMk cId="3549847155" sldId="379"/>
        </pc:sldMkLst>
        <pc:spChg chg="mod">
          <ac:chgData name="Priya Bharti" userId="f719d7c7096fce03" providerId="LiveId" clId="{BAADE4C5-3DB5-4614-8A17-E73406FF8815}" dt="2026-08-04T11:17:11.587" v="497" actId="5793"/>
          <ac:spMkLst>
            <pc:docMk/>
            <pc:sldMk cId="3549847155" sldId="379"/>
            <ac:spMk id="2" creationId="{5C528BC5-FB9E-4B7B-2195-D121C3F5AA15}"/>
          </ac:spMkLst>
        </pc:spChg>
      </pc:sldChg>
      <pc:sldChg chg="modSp mod">
        <pc:chgData name="Priya Bharti" userId="f719d7c7096fce03" providerId="LiveId" clId="{BAADE4C5-3DB5-4614-8A17-E73406FF8815}" dt="2026-08-04T11:20:14.787" v="498" actId="5793"/>
        <pc:sldMkLst>
          <pc:docMk/>
          <pc:sldMk cId="3564399145" sldId="380"/>
        </pc:sldMkLst>
        <pc:spChg chg="mod">
          <ac:chgData name="Priya Bharti" userId="f719d7c7096fce03" providerId="LiveId" clId="{BAADE4C5-3DB5-4614-8A17-E73406FF8815}" dt="2026-08-04T11:20:14.787" v="498" actId="5793"/>
          <ac:spMkLst>
            <pc:docMk/>
            <pc:sldMk cId="3564399145" sldId="380"/>
            <ac:spMk id="2" creationId="{5C528BC5-FB9E-4B7B-2195-D121C3F5AA15}"/>
          </ac:spMkLst>
        </pc:spChg>
      </pc:sldChg>
      <pc:sldChg chg="modSp mod">
        <pc:chgData name="Priya Bharti" userId="f719d7c7096fce03" providerId="LiveId" clId="{BAADE4C5-3DB5-4614-8A17-E73406FF8815}" dt="2026-08-04T11:23:33.948" v="499" actId="5793"/>
        <pc:sldMkLst>
          <pc:docMk/>
          <pc:sldMk cId="342519492" sldId="382"/>
        </pc:sldMkLst>
        <pc:spChg chg="mod">
          <ac:chgData name="Priya Bharti" userId="f719d7c7096fce03" providerId="LiveId" clId="{BAADE4C5-3DB5-4614-8A17-E73406FF8815}" dt="2026-08-04T11:23:33.948" v="499" actId="5793"/>
          <ac:spMkLst>
            <pc:docMk/>
            <pc:sldMk cId="342519492" sldId="382"/>
            <ac:spMk id="2" creationId="{5C528BC5-FB9E-4B7B-2195-D121C3F5AA15}"/>
          </ac:spMkLst>
        </pc:spChg>
      </pc:sldChg>
      <pc:sldChg chg="addSp delSp modSp mod">
        <pc:chgData name="Priya Bharti" userId="f719d7c7096fce03" providerId="LiveId" clId="{BAADE4C5-3DB5-4614-8A17-E73406FF8815}" dt="2026-08-10T10:54:23.698" v="532" actId="9405"/>
        <pc:sldMkLst>
          <pc:docMk/>
          <pc:sldMk cId="2509904078" sldId="407"/>
        </pc:sldMkLst>
        <pc:grpChg chg="del mod">
          <ac:chgData name="Priya Bharti" userId="f719d7c7096fce03" providerId="LiveId" clId="{BAADE4C5-3DB5-4614-8A17-E73406FF8815}" dt="2026-08-10T10:52:54.424" v="506"/>
          <ac:grpSpMkLst>
            <pc:docMk/>
            <pc:sldMk cId="2509904078" sldId="407"/>
            <ac:grpSpMk id="7" creationId="{4CC0E55A-4032-F00E-FF7C-2D013CA3398D}"/>
          </ac:grpSpMkLst>
        </pc:grpChg>
        <pc:grpChg chg="del mod">
          <ac:chgData name="Priya Bharti" userId="f719d7c7096fce03" providerId="LiveId" clId="{BAADE4C5-3DB5-4614-8A17-E73406FF8815}" dt="2026-08-10T10:52:57.976" v="509"/>
          <ac:grpSpMkLst>
            <pc:docMk/>
            <pc:sldMk cId="2509904078" sldId="407"/>
            <ac:grpSpMk id="10" creationId="{978CDEB4-A587-3460-D120-128ACB3F9B72}"/>
          </ac:grpSpMkLst>
        </pc:grpChg>
        <pc:grpChg chg="mod">
          <ac:chgData name="Priya Bharti" userId="f719d7c7096fce03" providerId="LiveId" clId="{BAADE4C5-3DB5-4614-8A17-E73406FF8815}" dt="2026-08-10T10:52:57.976" v="509"/>
          <ac:grpSpMkLst>
            <pc:docMk/>
            <pc:sldMk cId="2509904078" sldId="407"/>
            <ac:grpSpMk id="13" creationId="{0E3B158A-0054-E9E2-CA8D-8ABBCA23423C}"/>
          </ac:grpSpMkLst>
        </pc:grpChg>
        <pc:grpChg chg="del mod">
          <ac:chgData name="Priya Bharti" userId="f719d7c7096fce03" providerId="LiveId" clId="{BAADE4C5-3DB5-4614-8A17-E73406FF8815}" dt="2026-08-10T10:53:05.688" v="514"/>
          <ac:grpSpMkLst>
            <pc:docMk/>
            <pc:sldMk cId="2509904078" sldId="407"/>
            <ac:grpSpMk id="16" creationId="{AB1AE467-D805-5929-CB01-2541F798EF4A}"/>
          </ac:grpSpMkLst>
        </pc:grpChg>
        <pc:grpChg chg="del mod">
          <ac:chgData name="Priya Bharti" userId="f719d7c7096fce03" providerId="LiveId" clId="{BAADE4C5-3DB5-4614-8A17-E73406FF8815}" dt="2026-08-10T10:53:07.626" v="516"/>
          <ac:grpSpMkLst>
            <pc:docMk/>
            <pc:sldMk cId="2509904078" sldId="407"/>
            <ac:grpSpMk id="18" creationId="{FEEF0506-7D8E-B687-6B62-52FC1C573D6C}"/>
          </ac:grpSpMkLst>
        </pc:grpChg>
        <pc:grpChg chg="del mod">
          <ac:chgData name="Priya Bharti" userId="f719d7c7096fce03" providerId="LiveId" clId="{BAADE4C5-3DB5-4614-8A17-E73406FF8815}" dt="2026-08-10T10:53:09.494" v="518"/>
          <ac:grpSpMkLst>
            <pc:docMk/>
            <pc:sldMk cId="2509904078" sldId="407"/>
            <ac:grpSpMk id="20" creationId="{8DAF91A5-CAFE-B6F9-2783-9F1B707F7847}"/>
          </ac:grpSpMkLst>
        </pc:grpChg>
        <pc:grpChg chg="mod">
          <ac:chgData name="Priya Bharti" userId="f719d7c7096fce03" providerId="LiveId" clId="{BAADE4C5-3DB5-4614-8A17-E73406FF8815}" dt="2026-08-10T10:53:09.494" v="518"/>
          <ac:grpSpMkLst>
            <pc:docMk/>
            <pc:sldMk cId="2509904078" sldId="407"/>
            <ac:grpSpMk id="22" creationId="{777A315C-72C7-059A-432E-D8F6B905CA65}"/>
          </ac:grpSpMkLst>
        </pc:grpChg>
        <pc:grpChg chg="del mod">
          <ac:chgData name="Priya Bharti" userId="f719d7c7096fce03" providerId="LiveId" clId="{BAADE4C5-3DB5-4614-8A17-E73406FF8815}" dt="2026-08-10T10:53:16.880" v="523"/>
          <ac:grpSpMkLst>
            <pc:docMk/>
            <pc:sldMk cId="2509904078" sldId="407"/>
            <ac:grpSpMk id="25" creationId="{63FDCD93-9423-2DD8-ADD8-5BEA0ED14ADB}"/>
          </ac:grpSpMkLst>
        </pc:grpChg>
        <pc:grpChg chg="del mod">
          <ac:chgData name="Priya Bharti" userId="f719d7c7096fce03" providerId="LiveId" clId="{BAADE4C5-3DB5-4614-8A17-E73406FF8815}" dt="2026-08-10T10:53:18.740" v="525"/>
          <ac:grpSpMkLst>
            <pc:docMk/>
            <pc:sldMk cId="2509904078" sldId="407"/>
            <ac:grpSpMk id="27" creationId="{C8D77B9B-5C43-D61C-CDB0-EEAFA8A85C53}"/>
          </ac:grpSpMkLst>
        </pc:grpChg>
        <pc:grpChg chg="del mod">
          <ac:chgData name="Priya Bharti" userId="f719d7c7096fce03" providerId="LiveId" clId="{BAADE4C5-3DB5-4614-8A17-E73406FF8815}" dt="2026-08-10T10:53:20.588" v="527"/>
          <ac:grpSpMkLst>
            <pc:docMk/>
            <pc:sldMk cId="2509904078" sldId="407"/>
            <ac:grpSpMk id="29" creationId="{0C001994-D62B-4943-66ED-4E0BA7294959}"/>
          </ac:grpSpMkLst>
        </pc:grpChg>
        <pc:grpChg chg="mod">
          <ac:chgData name="Priya Bharti" userId="f719d7c7096fce03" providerId="LiveId" clId="{BAADE4C5-3DB5-4614-8A17-E73406FF8815}" dt="2026-08-10T10:53:20.588" v="527"/>
          <ac:grpSpMkLst>
            <pc:docMk/>
            <pc:sldMk cId="2509904078" sldId="407"/>
            <ac:grpSpMk id="31" creationId="{51D776DE-681B-3989-1EA6-573F227236C1}"/>
          </ac:grpSpMkLst>
        </pc:grpChg>
        <pc:grpChg chg="mod">
          <ac:chgData name="Priya Bharti" userId="f719d7c7096fce03" providerId="LiveId" clId="{BAADE4C5-3DB5-4614-8A17-E73406FF8815}" dt="2026-08-10T10:54:22.357" v="531"/>
          <ac:grpSpMkLst>
            <pc:docMk/>
            <pc:sldMk cId="2509904078" sldId="407"/>
            <ac:grpSpMk id="35" creationId="{FF3CBE1B-294C-CD55-431B-63C09A626F84}"/>
          </ac:grpSpMkLst>
        </pc:grpChg>
        <pc:inkChg chg="add">
          <ac:chgData name="Priya Bharti" userId="f719d7c7096fce03" providerId="LiveId" clId="{BAADE4C5-3DB5-4614-8A17-E73406FF8815}" dt="2026-08-10T10:52:42.741" v="500" actId="9405"/>
          <ac:inkMkLst>
            <pc:docMk/>
            <pc:sldMk cId="2509904078" sldId="407"/>
            <ac:inkMk id="2" creationId="{D3F666C6-B51B-B35D-FF98-9FCC3D2D6CCF}"/>
          </ac:inkMkLst>
        </pc:inkChg>
        <pc:inkChg chg="add mod">
          <ac:chgData name="Priya Bharti" userId="f719d7c7096fce03" providerId="LiveId" clId="{BAADE4C5-3DB5-4614-8A17-E73406FF8815}" dt="2026-08-10T10:52:57.976" v="509"/>
          <ac:inkMkLst>
            <pc:docMk/>
            <pc:sldMk cId="2509904078" sldId="407"/>
            <ac:inkMk id="5" creationId="{2A65DE8D-B59D-76B2-BDAE-808FA5E16493}"/>
          </ac:inkMkLst>
        </pc:inkChg>
        <pc:inkChg chg="add mod">
          <ac:chgData name="Priya Bharti" userId="f719d7c7096fce03" providerId="LiveId" clId="{BAADE4C5-3DB5-4614-8A17-E73406FF8815}" dt="2026-08-10T10:52:57.976" v="509"/>
          <ac:inkMkLst>
            <pc:docMk/>
            <pc:sldMk cId="2509904078" sldId="407"/>
            <ac:inkMk id="6" creationId="{9F1C4465-A6C8-882F-276C-5F9148743B8F}"/>
          </ac:inkMkLst>
        </pc:inkChg>
        <pc:inkChg chg="add mod">
          <ac:chgData name="Priya Bharti" userId="f719d7c7096fce03" providerId="LiveId" clId="{BAADE4C5-3DB5-4614-8A17-E73406FF8815}" dt="2026-08-10T10:52:57.976" v="509"/>
          <ac:inkMkLst>
            <pc:docMk/>
            <pc:sldMk cId="2509904078" sldId="407"/>
            <ac:inkMk id="8" creationId="{D72EBE66-7E47-E1B5-C306-6174023CD10B}"/>
          </ac:inkMkLst>
        </pc:inkChg>
        <pc:inkChg chg="add mod">
          <ac:chgData name="Priya Bharti" userId="f719d7c7096fce03" providerId="LiveId" clId="{BAADE4C5-3DB5-4614-8A17-E73406FF8815}" dt="2026-08-10T10:52:57.976" v="509"/>
          <ac:inkMkLst>
            <pc:docMk/>
            <pc:sldMk cId="2509904078" sldId="407"/>
            <ac:inkMk id="9" creationId="{E12285A3-E5B9-82B0-DD51-4E959556C23F}"/>
          </ac:inkMkLst>
        </pc:inkChg>
        <pc:inkChg chg="add mod">
          <ac:chgData name="Priya Bharti" userId="f719d7c7096fce03" providerId="LiveId" clId="{BAADE4C5-3DB5-4614-8A17-E73406FF8815}" dt="2026-08-10T10:52:57.976" v="509"/>
          <ac:inkMkLst>
            <pc:docMk/>
            <pc:sldMk cId="2509904078" sldId="407"/>
            <ac:inkMk id="11" creationId="{F8A69237-D8DB-C2A9-87AC-C1DBA66390DB}"/>
          </ac:inkMkLst>
        </pc:inkChg>
        <pc:inkChg chg="add mod">
          <ac:chgData name="Priya Bharti" userId="f719d7c7096fce03" providerId="LiveId" clId="{BAADE4C5-3DB5-4614-8A17-E73406FF8815}" dt="2026-08-10T10:52:57.976" v="509"/>
          <ac:inkMkLst>
            <pc:docMk/>
            <pc:sldMk cId="2509904078" sldId="407"/>
            <ac:inkMk id="12" creationId="{456D9391-BD51-2CB9-09CF-89EC7FE1773F}"/>
          </ac:inkMkLst>
        </pc:inkChg>
        <pc:inkChg chg="add mod">
          <ac:chgData name="Priya Bharti" userId="f719d7c7096fce03" providerId="LiveId" clId="{BAADE4C5-3DB5-4614-8A17-E73406FF8815}" dt="2026-08-10T10:53:09.494" v="518"/>
          <ac:inkMkLst>
            <pc:docMk/>
            <pc:sldMk cId="2509904078" sldId="407"/>
            <ac:inkMk id="14" creationId="{15AF4EE9-9EB3-2661-9F2B-DDFBBC8B9253}"/>
          </ac:inkMkLst>
        </pc:inkChg>
        <pc:inkChg chg="add mod">
          <ac:chgData name="Priya Bharti" userId="f719d7c7096fce03" providerId="LiveId" clId="{BAADE4C5-3DB5-4614-8A17-E73406FF8815}" dt="2026-08-10T10:53:09.494" v="518"/>
          <ac:inkMkLst>
            <pc:docMk/>
            <pc:sldMk cId="2509904078" sldId="407"/>
            <ac:inkMk id="15" creationId="{C23B2B3C-0EE2-928D-35E9-0E7C12CF2DED}"/>
          </ac:inkMkLst>
        </pc:inkChg>
        <pc:inkChg chg="add mod">
          <ac:chgData name="Priya Bharti" userId="f719d7c7096fce03" providerId="LiveId" clId="{BAADE4C5-3DB5-4614-8A17-E73406FF8815}" dt="2026-08-10T10:53:09.494" v="518"/>
          <ac:inkMkLst>
            <pc:docMk/>
            <pc:sldMk cId="2509904078" sldId="407"/>
            <ac:inkMk id="17" creationId="{AD0213BD-E23C-5EB5-C4C2-D77D3F695B87}"/>
          </ac:inkMkLst>
        </pc:inkChg>
        <pc:inkChg chg="add mod">
          <ac:chgData name="Priya Bharti" userId="f719d7c7096fce03" providerId="LiveId" clId="{BAADE4C5-3DB5-4614-8A17-E73406FF8815}" dt="2026-08-10T10:53:09.494" v="518"/>
          <ac:inkMkLst>
            <pc:docMk/>
            <pc:sldMk cId="2509904078" sldId="407"/>
            <ac:inkMk id="19" creationId="{D25181FD-6B1C-0708-BE8B-31171F347D10}"/>
          </ac:inkMkLst>
        </pc:inkChg>
        <pc:inkChg chg="add mod">
          <ac:chgData name="Priya Bharti" userId="f719d7c7096fce03" providerId="LiveId" clId="{BAADE4C5-3DB5-4614-8A17-E73406FF8815}" dt="2026-08-10T10:53:09.494" v="518"/>
          <ac:inkMkLst>
            <pc:docMk/>
            <pc:sldMk cId="2509904078" sldId="407"/>
            <ac:inkMk id="21" creationId="{D3251CDA-4467-2C84-6837-30F528804B27}"/>
          </ac:inkMkLst>
        </pc:inkChg>
        <pc:inkChg chg="add mod">
          <ac:chgData name="Priya Bharti" userId="f719d7c7096fce03" providerId="LiveId" clId="{BAADE4C5-3DB5-4614-8A17-E73406FF8815}" dt="2026-08-10T10:53:20.588" v="527"/>
          <ac:inkMkLst>
            <pc:docMk/>
            <pc:sldMk cId="2509904078" sldId="407"/>
            <ac:inkMk id="23" creationId="{11385F8D-0090-B83E-456C-F7255F1D4DEA}"/>
          </ac:inkMkLst>
        </pc:inkChg>
        <pc:inkChg chg="add mod">
          <ac:chgData name="Priya Bharti" userId="f719d7c7096fce03" providerId="LiveId" clId="{BAADE4C5-3DB5-4614-8A17-E73406FF8815}" dt="2026-08-10T10:53:20.588" v="527"/>
          <ac:inkMkLst>
            <pc:docMk/>
            <pc:sldMk cId="2509904078" sldId="407"/>
            <ac:inkMk id="24" creationId="{B7244CAF-1417-BC58-5216-7DCFDF74AEC9}"/>
          </ac:inkMkLst>
        </pc:inkChg>
        <pc:inkChg chg="add mod">
          <ac:chgData name="Priya Bharti" userId="f719d7c7096fce03" providerId="LiveId" clId="{BAADE4C5-3DB5-4614-8A17-E73406FF8815}" dt="2026-08-10T10:53:20.588" v="527"/>
          <ac:inkMkLst>
            <pc:docMk/>
            <pc:sldMk cId="2509904078" sldId="407"/>
            <ac:inkMk id="26" creationId="{CC025724-7A1E-B613-A1F5-C367BDECDC48}"/>
          </ac:inkMkLst>
        </pc:inkChg>
        <pc:inkChg chg="add mod">
          <ac:chgData name="Priya Bharti" userId="f719d7c7096fce03" providerId="LiveId" clId="{BAADE4C5-3DB5-4614-8A17-E73406FF8815}" dt="2026-08-10T10:53:20.588" v="527"/>
          <ac:inkMkLst>
            <pc:docMk/>
            <pc:sldMk cId="2509904078" sldId="407"/>
            <ac:inkMk id="28" creationId="{3360109A-C453-801C-F01B-5DB1C53AB149}"/>
          </ac:inkMkLst>
        </pc:inkChg>
        <pc:inkChg chg="add mod">
          <ac:chgData name="Priya Bharti" userId="f719d7c7096fce03" providerId="LiveId" clId="{BAADE4C5-3DB5-4614-8A17-E73406FF8815}" dt="2026-08-10T10:53:20.588" v="527"/>
          <ac:inkMkLst>
            <pc:docMk/>
            <pc:sldMk cId="2509904078" sldId="407"/>
            <ac:inkMk id="30" creationId="{36E5DF60-27D0-0C35-0B56-D2FAAC8FC0A3}"/>
          </ac:inkMkLst>
        </pc:inkChg>
        <pc:inkChg chg="add mod">
          <ac:chgData name="Priya Bharti" userId="f719d7c7096fce03" providerId="LiveId" clId="{BAADE4C5-3DB5-4614-8A17-E73406FF8815}" dt="2026-08-10T10:54:22.357" v="531"/>
          <ac:inkMkLst>
            <pc:docMk/>
            <pc:sldMk cId="2509904078" sldId="407"/>
            <ac:inkMk id="32" creationId="{737CE2F1-6C9F-E1F8-D62F-56113188017C}"/>
          </ac:inkMkLst>
        </pc:inkChg>
        <pc:inkChg chg="add mod">
          <ac:chgData name="Priya Bharti" userId="f719d7c7096fce03" providerId="LiveId" clId="{BAADE4C5-3DB5-4614-8A17-E73406FF8815}" dt="2026-08-10T10:54:22.357" v="531"/>
          <ac:inkMkLst>
            <pc:docMk/>
            <pc:sldMk cId="2509904078" sldId="407"/>
            <ac:inkMk id="33" creationId="{B6447397-03FF-0EAB-3010-D30AFA119C86}"/>
          </ac:inkMkLst>
        </pc:inkChg>
        <pc:inkChg chg="add mod">
          <ac:chgData name="Priya Bharti" userId="f719d7c7096fce03" providerId="LiveId" clId="{BAADE4C5-3DB5-4614-8A17-E73406FF8815}" dt="2026-08-10T10:54:22.357" v="531"/>
          <ac:inkMkLst>
            <pc:docMk/>
            <pc:sldMk cId="2509904078" sldId="407"/>
            <ac:inkMk id="34" creationId="{568EE5C2-7141-7617-6179-A99B7715AC5A}"/>
          </ac:inkMkLst>
        </pc:inkChg>
        <pc:inkChg chg="add">
          <ac:chgData name="Priya Bharti" userId="f719d7c7096fce03" providerId="LiveId" clId="{BAADE4C5-3DB5-4614-8A17-E73406FF8815}" dt="2026-08-10T10:54:23.698" v="532" actId="9405"/>
          <ac:inkMkLst>
            <pc:docMk/>
            <pc:sldMk cId="2509904078" sldId="407"/>
            <ac:inkMk id="36" creationId="{57B672EF-4306-4831-53E1-2DCDB416B7E1}"/>
          </ac:inkMkLst>
        </pc:inkChg>
      </pc:sldChg>
      <pc:sldChg chg="addSp delSp modSp mod">
        <pc:chgData name="Priya Bharti" userId="f719d7c7096fce03" providerId="LiveId" clId="{BAADE4C5-3DB5-4614-8A17-E73406FF8815}" dt="2026-08-10T11:02:16.160" v="552" actId="9405"/>
        <pc:sldMkLst>
          <pc:docMk/>
          <pc:sldMk cId="1810009157" sldId="409"/>
        </pc:sldMkLst>
        <pc:grpChg chg="del mod">
          <ac:chgData name="Priya Bharti" userId="f719d7c7096fce03" providerId="LiveId" clId="{BAADE4C5-3DB5-4614-8A17-E73406FF8815}" dt="2026-08-10T11:01:38.519" v="537"/>
          <ac:grpSpMkLst>
            <pc:docMk/>
            <pc:sldMk cId="1810009157" sldId="409"/>
            <ac:grpSpMk id="6" creationId="{56D69643-1147-FAB4-4AA1-DE31B2F3ACB6}"/>
          </ac:grpSpMkLst>
        </pc:grpChg>
        <pc:grpChg chg="del mod">
          <ac:chgData name="Priya Bharti" userId="f719d7c7096fce03" providerId="LiveId" clId="{BAADE4C5-3DB5-4614-8A17-E73406FF8815}" dt="2026-08-10T11:01:43.394" v="540"/>
          <ac:grpSpMkLst>
            <pc:docMk/>
            <pc:sldMk cId="1810009157" sldId="409"/>
            <ac:grpSpMk id="8" creationId="{815EE26E-69EC-C61B-2606-E29C661B0439}"/>
          </ac:grpSpMkLst>
        </pc:grpChg>
        <pc:grpChg chg="del mod">
          <ac:chgData name="Priya Bharti" userId="f719d7c7096fce03" providerId="LiveId" clId="{BAADE4C5-3DB5-4614-8A17-E73406FF8815}" dt="2026-08-10T11:01:48.269" v="543"/>
          <ac:grpSpMkLst>
            <pc:docMk/>
            <pc:sldMk cId="1810009157" sldId="409"/>
            <ac:grpSpMk id="11" creationId="{252D46E8-EE8F-B95D-ADA4-6B8C13CF92B2}"/>
          </ac:grpSpMkLst>
        </pc:grpChg>
        <pc:grpChg chg="del mod">
          <ac:chgData name="Priya Bharti" userId="f719d7c7096fce03" providerId="LiveId" clId="{BAADE4C5-3DB5-4614-8A17-E73406FF8815}" dt="2026-08-10T11:01:53.479" v="545"/>
          <ac:grpSpMkLst>
            <pc:docMk/>
            <pc:sldMk cId="1810009157" sldId="409"/>
            <ac:grpSpMk id="14" creationId="{C675B98D-FB60-9287-F7EC-E778178D490C}"/>
          </ac:grpSpMkLst>
        </pc:grpChg>
        <pc:grpChg chg="del mod">
          <ac:chgData name="Priya Bharti" userId="f719d7c7096fce03" providerId="LiveId" clId="{BAADE4C5-3DB5-4614-8A17-E73406FF8815}" dt="2026-08-10T11:02:02.984" v="551"/>
          <ac:grpSpMkLst>
            <pc:docMk/>
            <pc:sldMk cId="1810009157" sldId="409"/>
            <ac:grpSpMk id="16" creationId="{B9E46DA6-E7AA-B282-1CF2-4D68E3306438}"/>
          </ac:grpSpMkLst>
        </pc:grpChg>
        <pc:grpChg chg="mod">
          <ac:chgData name="Priya Bharti" userId="f719d7c7096fce03" providerId="LiveId" clId="{BAADE4C5-3DB5-4614-8A17-E73406FF8815}" dt="2026-08-10T11:01:55.447" v="548"/>
          <ac:grpSpMkLst>
            <pc:docMk/>
            <pc:sldMk cId="1810009157" sldId="409"/>
            <ac:grpSpMk id="19" creationId="{5912696F-6718-0361-2B6A-754059B1DA3D}"/>
          </ac:grpSpMkLst>
        </pc:grpChg>
        <pc:grpChg chg="mod">
          <ac:chgData name="Priya Bharti" userId="f719d7c7096fce03" providerId="LiveId" clId="{BAADE4C5-3DB5-4614-8A17-E73406FF8815}" dt="2026-08-10T11:02:02.984" v="551"/>
          <ac:grpSpMkLst>
            <pc:docMk/>
            <pc:sldMk cId="1810009157" sldId="409"/>
            <ac:grpSpMk id="22" creationId="{5B1BB96A-5E58-CD8D-2BC0-476EE80BD6DB}"/>
          </ac:grpSpMkLst>
        </pc:grpChg>
        <pc:inkChg chg="add mod">
          <ac:chgData name="Priya Bharti" userId="f719d7c7096fce03" providerId="LiveId" clId="{BAADE4C5-3DB5-4614-8A17-E73406FF8815}" dt="2026-08-10T11:02:02.984" v="551"/>
          <ac:inkMkLst>
            <pc:docMk/>
            <pc:sldMk cId="1810009157" sldId="409"/>
            <ac:inkMk id="2" creationId="{DB4DFD4E-7665-AFCD-F80F-23625B88FA28}"/>
          </ac:inkMkLst>
        </pc:inkChg>
        <pc:inkChg chg="add mod">
          <ac:chgData name="Priya Bharti" userId="f719d7c7096fce03" providerId="LiveId" clId="{BAADE4C5-3DB5-4614-8A17-E73406FF8815}" dt="2026-08-10T11:01:53.479" v="545"/>
          <ac:inkMkLst>
            <pc:docMk/>
            <pc:sldMk cId="1810009157" sldId="409"/>
            <ac:inkMk id="5" creationId="{745DCF52-C3FC-6815-B84A-A4710D71C761}"/>
          </ac:inkMkLst>
        </pc:inkChg>
        <pc:inkChg chg="add mod">
          <ac:chgData name="Priya Bharti" userId="f719d7c7096fce03" providerId="LiveId" clId="{BAADE4C5-3DB5-4614-8A17-E73406FF8815}" dt="2026-08-10T11:02:02.984" v="551"/>
          <ac:inkMkLst>
            <pc:docMk/>
            <pc:sldMk cId="1810009157" sldId="409"/>
            <ac:inkMk id="7" creationId="{B2B8A020-23AD-248F-3720-8FB7BE7102C5}"/>
          </ac:inkMkLst>
        </pc:inkChg>
        <pc:inkChg chg="add mod">
          <ac:chgData name="Priya Bharti" userId="f719d7c7096fce03" providerId="LiveId" clId="{BAADE4C5-3DB5-4614-8A17-E73406FF8815}" dt="2026-08-10T11:02:02.984" v="551"/>
          <ac:inkMkLst>
            <pc:docMk/>
            <pc:sldMk cId="1810009157" sldId="409"/>
            <ac:inkMk id="9" creationId="{78A7DFD4-BE2C-91A9-D310-BBA6F888DBD9}"/>
          </ac:inkMkLst>
        </pc:inkChg>
        <pc:inkChg chg="add mod">
          <ac:chgData name="Priya Bharti" userId="f719d7c7096fce03" providerId="LiveId" clId="{BAADE4C5-3DB5-4614-8A17-E73406FF8815}" dt="2026-08-10T11:02:02.984" v="551"/>
          <ac:inkMkLst>
            <pc:docMk/>
            <pc:sldMk cId="1810009157" sldId="409"/>
            <ac:inkMk id="10" creationId="{002DC754-53EC-C6CA-5C44-C871B6DEB742}"/>
          </ac:inkMkLst>
        </pc:inkChg>
        <pc:inkChg chg="add mod">
          <ac:chgData name="Priya Bharti" userId="f719d7c7096fce03" providerId="LiveId" clId="{BAADE4C5-3DB5-4614-8A17-E73406FF8815}" dt="2026-08-10T11:02:02.984" v="551"/>
          <ac:inkMkLst>
            <pc:docMk/>
            <pc:sldMk cId="1810009157" sldId="409"/>
            <ac:inkMk id="12" creationId="{F4C1106B-C83F-4022-7E29-0F9978AB3AFD}"/>
          </ac:inkMkLst>
        </pc:inkChg>
        <pc:inkChg chg="add mod">
          <ac:chgData name="Priya Bharti" userId="f719d7c7096fce03" providerId="LiveId" clId="{BAADE4C5-3DB5-4614-8A17-E73406FF8815}" dt="2026-08-10T11:02:02.984" v="551"/>
          <ac:inkMkLst>
            <pc:docMk/>
            <pc:sldMk cId="1810009157" sldId="409"/>
            <ac:inkMk id="13" creationId="{FA471465-F790-E6C3-FA61-0D066276D5E0}"/>
          </ac:inkMkLst>
        </pc:inkChg>
        <pc:inkChg chg="add mod">
          <ac:chgData name="Priya Bharti" userId="f719d7c7096fce03" providerId="LiveId" clId="{BAADE4C5-3DB5-4614-8A17-E73406FF8815}" dt="2026-08-10T11:02:02.984" v="551"/>
          <ac:inkMkLst>
            <pc:docMk/>
            <pc:sldMk cId="1810009157" sldId="409"/>
            <ac:inkMk id="15" creationId="{BF13C115-EA40-3565-F619-E644C27A93E2}"/>
          </ac:inkMkLst>
        </pc:inkChg>
        <pc:inkChg chg="add mod">
          <ac:chgData name="Priya Bharti" userId="f719d7c7096fce03" providerId="LiveId" clId="{BAADE4C5-3DB5-4614-8A17-E73406FF8815}" dt="2026-08-10T11:01:55.447" v="548"/>
          <ac:inkMkLst>
            <pc:docMk/>
            <pc:sldMk cId="1810009157" sldId="409"/>
            <ac:inkMk id="17" creationId="{B0BB25BE-766C-332C-A987-DEFD71EE7DF6}"/>
          </ac:inkMkLst>
        </pc:inkChg>
        <pc:inkChg chg="add mod">
          <ac:chgData name="Priya Bharti" userId="f719d7c7096fce03" providerId="LiveId" clId="{BAADE4C5-3DB5-4614-8A17-E73406FF8815}" dt="2026-08-10T11:01:55.447" v="548"/>
          <ac:inkMkLst>
            <pc:docMk/>
            <pc:sldMk cId="1810009157" sldId="409"/>
            <ac:inkMk id="18" creationId="{738628D5-6C15-3ABB-7DA1-3EFD26CE7590}"/>
          </ac:inkMkLst>
        </pc:inkChg>
        <pc:inkChg chg="add">
          <ac:chgData name="Priya Bharti" userId="f719d7c7096fce03" providerId="LiveId" clId="{BAADE4C5-3DB5-4614-8A17-E73406FF8815}" dt="2026-08-10T11:01:56.609" v="549" actId="9405"/>
          <ac:inkMkLst>
            <pc:docMk/>
            <pc:sldMk cId="1810009157" sldId="409"/>
            <ac:inkMk id="20" creationId="{422AD718-402D-D558-BD09-DEBC2D442B39}"/>
          </ac:inkMkLst>
        </pc:inkChg>
        <pc:inkChg chg="add mod">
          <ac:chgData name="Priya Bharti" userId="f719d7c7096fce03" providerId="LiveId" clId="{BAADE4C5-3DB5-4614-8A17-E73406FF8815}" dt="2026-08-10T11:02:02.984" v="551"/>
          <ac:inkMkLst>
            <pc:docMk/>
            <pc:sldMk cId="1810009157" sldId="409"/>
            <ac:inkMk id="21" creationId="{26C5CA02-4302-78A5-3051-F17535A60E25}"/>
          </ac:inkMkLst>
        </pc:inkChg>
        <pc:inkChg chg="add">
          <ac:chgData name="Priya Bharti" userId="f719d7c7096fce03" providerId="LiveId" clId="{BAADE4C5-3DB5-4614-8A17-E73406FF8815}" dt="2026-08-10T11:02:16.160" v="552" actId="9405"/>
          <ac:inkMkLst>
            <pc:docMk/>
            <pc:sldMk cId="1810009157" sldId="409"/>
            <ac:inkMk id="23" creationId="{9BE5DB9C-31B9-7497-E3B0-57E5BCC62ECA}"/>
          </ac:inkMkLst>
        </pc:inkChg>
      </pc:sldChg>
      <pc:sldChg chg="delSp modSp add mod">
        <pc:chgData name="Priya Bharti" userId="f719d7c7096fce03" providerId="LiveId" clId="{BAADE4C5-3DB5-4614-8A17-E73406FF8815}" dt="2026-07-28T11:03:44.880" v="431" actId="20577"/>
        <pc:sldMkLst>
          <pc:docMk/>
          <pc:sldMk cId="735909939" sldId="414"/>
        </pc:sldMkLst>
        <pc:spChg chg="mod">
          <ac:chgData name="Priya Bharti" userId="f719d7c7096fce03" providerId="LiveId" clId="{BAADE4C5-3DB5-4614-8A17-E73406FF8815}" dt="2026-07-28T11:03:44.880" v="431" actId="20577"/>
          <ac:spMkLst>
            <pc:docMk/>
            <pc:sldMk cId="735909939" sldId="414"/>
            <ac:spMk id="5" creationId="{23A00DB6-E45F-9AD2-8F8C-1047170DEC51}"/>
          </ac:spMkLst>
        </pc:spChg>
      </pc:sldChg>
      <pc:sldChg chg="modSp add mod">
        <pc:chgData name="Priya Bharti" userId="f719d7c7096fce03" providerId="LiveId" clId="{BAADE4C5-3DB5-4614-8A17-E73406FF8815}" dt="2026-07-28T11:09:21.397" v="432" actId="14100"/>
        <pc:sldMkLst>
          <pc:docMk/>
          <pc:sldMk cId="3314915206" sldId="415"/>
        </pc:sldMkLst>
        <pc:spChg chg="mod">
          <ac:chgData name="Priya Bharti" userId="f719d7c7096fce03" providerId="LiveId" clId="{BAADE4C5-3DB5-4614-8A17-E73406FF8815}" dt="2026-07-28T11:09:21.397" v="432" actId="14100"/>
          <ac:spMkLst>
            <pc:docMk/>
            <pc:sldMk cId="3314915206" sldId="415"/>
            <ac:spMk id="5" creationId="{19D96B6E-0147-4615-E40D-EC9F3C607B5C}"/>
          </ac:spMkLst>
        </pc:spChg>
      </pc:sldChg>
      <pc:sldChg chg="modSp add mod">
        <pc:chgData name="Priya Bharti" userId="f719d7c7096fce03" providerId="LiveId" clId="{BAADE4C5-3DB5-4614-8A17-E73406FF8815}" dt="2026-07-29T10:44:36.278" v="452" actId="13926"/>
        <pc:sldMkLst>
          <pc:docMk/>
          <pc:sldMk cId="2788659267" sldId="416"/>
        </pc:sldMkLst>
        <pc:spChg chg="mod">
          <ac:chgData name="Priya Bharti" userId="f719d7c7096fce03" providerId="LiveId" clId="{BAADE4C5-3DB5-4614-8A17-E73406FF8815}" dt="2026-07-28T08:24:57.178" v="258" actId="20577"/>
          <ac:spMkLst>
            <pc:docMk/>
            <pc:sldMk cId="2788659267" sldId="416"/>
            <ac:spMk id="3" creationId="{DA2D72D1-6900-6A54-7E44-1515ED2211E1}"/>
          </ac:spMkLst>
        </pc:spChg>
        <pc:spChg chg="mod">
          <ac:chgData name="Priya Bharti" userId="f719d7c7096fce03" providerId="LiveId" clId="{BAADE4C5-3DB5-4614-8A17-E73406FF8815}" dt="2026-07-29T10:44:36.278" v="452" actId="13926"/>
          <ac:spMkLst>
            <pc:docMk/>
            <pc:sldMk cId="2788659267" sldId="416"/>
            <ac:spMk id="5" creationId="{3D1FA697-2E1F-387A-8575-80DEE8070FB1}"/>
          </ac:spMkLst>
        </pc:spChg>
      </pc:sldChg>
      <pc:sldChg chg="modSp add mod">
        <pc:chgData name="Priya Bharti" userId="f719d7c7096fce03" providerId="LiveId" clId="{BAADE4C5-3DB5-4614-8A17-E73406FF8815}" dt="2026-07-28T08:26:44.297" v="268" actId="20577"/>
        <pc:sldMkLst>
          <pc:docMk/>
          <pc:sldMk cId="1719900369" sldId="417"/>
        </pc:sldMkLst>
        <pc:spChg chg="mod">
          <ac:chgData name="Priya Bharti" userId="f719d7c7096fce03" providerId="LiveId" clId="{BAADE4C5-3DB5-4614-8A17-E73406FF8815}" dt="2026-07-28T08:26:44.297" v="268" actId="20577"/>
          <ac:spMkLst>
            <pc:docMk/>
            <pc:sldMk cId="1719900369" sldId="417"/>
            <ac:spMk id="5" creationId="{03D91C62-FFD7-431B-83CF-ACBE3862AD2C}"/>
          </ac:spMkLst>
        </pc:spChg>
      </pc:sldChg>
      <pc:sldChg chg="modSp add mod">
        <pc:chgData name="Priya Bharti" userId="f719d7c7096fce03" providerId="LiveId" clId="{BAADE4C5-3DB5-4614-8A17-E73406FF8815}" dt="2026-07-28T08:31:32.206" v="350" actId="1036"/>
        <pc:sldMkLst>
          <pc:docMk/>
          <pc:sldMk cId="3178634843" sldId="418"/>
        </pc:sldMkLst>
        <pc:spChg chg="mod">
          <ac:chgData name="Priya Bharti" userId="f719d7c7096fce03" providerId="LiveId" clId="{BAADE4C5-3DB5-4614-8A17-E73406FF8815}" dt="2026-07-28T08:29:32.610" v="278" actId="122"/>
          <ac:spMkLst>
            <pc:docMk/>
            <pc:sldMk cId="3178634843" sldId="418"/>
            <ac:spMk id="3" creationId="{2ED4FE02-FE5F-4CB2-E515-CEA4BAD0A097}"/>
          </ac:spMkLst>
        </pc:spChg>
        <pc:spChg chg="mod">
          <ac:chgData name="Priya Bharti" userId="f719d7c7096fce03" providerId="LiveId" clId="{BAADE4C5-3DB5-4614-8A17-E73406FF8815}" dt="2026-07-28T08:31:32.206" v="350" actId="1036"/>
          <ac:spMkLst>
            <pc:docMk/>
            <pc:sldMk cId="3178634843" sldId="418"/>
            <ac:spMk id="5" creationId="{108FD9C0-6E27-291F-261F-789AA1505A30}"/>
          </ac:spMkLst>
        </pc:spChg>
      </pc:sldChg>
      <pc:sldMasterChg chg="modSldLayout">
        <pc:chgData name="Priya Bharti" userId="f719d7c7096fce03" providerId="LiveId" clId="{BAADE4C5-3DB5-4614-8A17-E73406FF8815}" dt="2026-07-28T07:48:01.951" v="54"/>
        <pc:sldMasterMkLst>
          <pc:docMk/>
          <pc:sldMasterMk cId="1323875083" sldId="2147483648"/>
        </pc:sldMasterMkLst>
        <pc:sldLayoutChg chg="modSp">
          <pc:chgData name="Priya Bharti" userId="f719d7c7096fce03" providerId="LiveId" clId="{BAADE4C5-3DB5-4614-8A17-E73406FF8815}" dt="2026-07-28T07:48:01.951" v="54"/>
          <pc:sldLayoutMkLst>
            <pc:docMk/>
            <pc:sldMasterMk cId="1323875083" sldId="2147483648"/>
            <pc:sldLayoutMk cId="3120275060" sldId="2147483650"/>
          </pc:sldLayoutMkLst>
          <pc:spChg chg="mod">
            <ac:chgData name="Priya Bharti" userId="f719d7c7096fce03" providerId="LiveId" clId="{BAADE4C5-3DB5-4614-8A17-E73406FF8815}" dt="2026-07-28T07:48:01.951" v="54"/>
            <ac:spMkLst>
              <pc:docMk/>
              <pc:sldMasterMk cId="1323875083" sldId="2147483648"/>
              <pc:sldLayoutMk cId="3120275060" sldId="2147483650"/>
              <ac:spMk id="11" creationId="{A30F79E1-9D56-B020-3E3E-72B959F476D5}"/>
            </ac:spMkLst>
          </pc:spChg>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C658A23-7291-4396-93F7-76F16D02774E}" type="doc">
      <dgm:prSet loTypeId="urn:microsoft.com/office/officeart/2005/8/layout/chevron2" loCatId="process" qsTypeId="urn:microsoft.com/office/officeart/2005/8/quickstyle/simple3" qsCatId="simple" csTypeId="urn:microsoft.com/office/officeart/2005/8/colors/accent1_2" csCatId="accent1" phldr="1"/>
      <dgm:spPr/>
      <dgm:t>
        <a:bodyPr/>
        <a:lstStyle/>
        <a:p>
          <a:endParaRPr lang="en-IN"/>
        </a:p>
      </dgm:t>
    </dgm:pt>
    <dgm:pt modelId="{D60EE765-5F42-4863-BF14-4102B7960BA5}">
      <dgm:prSet custT="1"/>
      <dgm:spPr>
        <a:solidFill>
          <a:schemeClr val="accent2">
            <a:lumMod val="60000"/>
            <a:lumOff val="40000"/>
          </a:schemeClr>
        </a:solidFill>
      </dgm:spPr>
      <dgm:t>
        <a:bodyPr/>
        <a:lstStyle/>
        <a:p>
          <a:r>
            <a:rPr lang="en-US" sz="2400" b="0" dirty="0">
              <a:latin typeface="Times New Roman" panose="02020603050405020304" pitchFamily="18" charset="0"/>
              <a:cs typeface="Times New Roman" panose="02020603050405020304" pitchFamily="18" charset="0"/>
            </a:rPr>
            <a:t>(I)Qualitative Methods</a:t>
          </a:r>
          <a:endParaRPr lang="en-IN" sz="2400" b="0" dirty="0">
            <a:latin typeface="Times New Roman" panose="02020603050405020304" pitchFamily="18" charset="0"/>
            <a:cs typeface="Times New Roman" panose="02020603050405020304" pitchFamily="18" charset="0"/>
          </a:endParaRPr>
        </a:p>
      </dgm:t>
    </dgm:pt>
    <dgm:pt modelId="{67DB2A90-1630-4BB1-9C3F-D01F04C03378}" type="parTrans" cxnId="{E364EA6C-914E-4E00-B658-AFAF9A744438}">
      <dgm:prSet/>
      <dgm:spPr/>
      <dgm:t>
        <a:bodyPr/>
        <a:lstStyle/>
        <a:p>
          <a:endParaRPr lang="en-IN"/>
        </a:p>
      </dgm:t>
    </dgm:pt>
    <dgm:pt modelId="{16BB3FF3-8067-4DE2-81D2-5E10D5E418A7}" type="sibTrans" cxnId="{E364EA6C-914E-4E00-B658-AFAF9A744438}">
      <dgm:prSet/>
      <dgm:spPr/>
      <dgm:t>
        <a:bodyPr/>
        <a:lstStyle/>
        <a:p>
          <a:endParaRPr lang="en-IN"/>
        </a:p>
      </dgm:t>
    </dgm:pt>
    <dgm:pt modelId="{7EA5D5E0-9B27-4550-8C99-456CBF726074}">
      <dgm:prSet custT="1"/>
      <dgm:spPr/>
      <dgm:t>
        <a:bodyPr/>
        <a:lstStyle/>
        <a:p>
          <a:r>
            <a:rPr lang="en-US" sz="2400" dirty="0">
              <a:latin typeface="Times New Roman" panose="02020603050405020304" pitchFamily="18" charset="0"/>
              <a:cs typeface="Times New Roman" panose="02020603050405020304" pitchFamily="18" charset="0"/>
            </a:rPr>
            <a:t>Jury of Executive Opinion Method</a:t>
          </a:r>
          <a:endParaRPr lang="en-IN" sz="2400" dirty="0">
            <a:latin typeface="Times New Roman" panose="02020603050405020304" pitchFamily="18" charset="0"/>
            <a:cs typeface="Times New Roman" panose="02020603050405020304" pitchFamily="18" charset="0"/>
          </a:endParaRPr>
        </a:p>
      </dgm:t>
    </dgm:pt>
    <dgm:pt modelId="{BB8521B5-B4E5-42C5-9203-A4FBEBE8DB76}" type="parTrans" cxnId="{D8B05B45-B141-4641-8174-E19F9B35AE75}">
      <dgm:prSet/>
      <dgm:spPr/>
      <dgm:t>
        <a:bodyPr/>
        <a:lstStyle/>
        <a:p>
          <a:endParaRPr lang="en-IN"/>
        </a:p>
      </dgm:t>
    </dgm:pt>
    <dgm:pt modelId="{B919DAD0-9A90-456D-AAC0-F4137ABFF811}" type="sibTrans" cxnId="{D8B05B45-B141-4641-8174-E19F9B35AE75}">
      <dgm:prSet/>
      <dgm:spPr/>
      <dgm:t>
        <a:bodyPr/>
        <a:lstStyle/>
        <a:p>
          <a:endParaRPr lang="en-IN"/>
        </a:p>
      </dgm:t>
    </dgm:pt>
    <dgm:pt modelId="{87882B89-AA5A-4EF0-B422-D3CE2782A4D3}">
      <dgm:prSet custT="1"/>
      <dgm:spPr/>
      <dgm:t>
        <a:bodyPr/>
        <a:lstStyle/>
        <a:p>
          <a:r>
            <a:rPr lang="en-US" sz="2400" dirty="0">
              <a:latin typeface="Times New Roman" panose="02020603050405020304" pitchFamily="18" charset="0"/>
              <a:cs typeface="Times New Roman" panose="02020603050405020304" pitchFamily="18" charset="0"/>
            </a:rPr>
            <a:t>Delphi Method</a:t>
          </a:r>
          <a:endParaRPr lang="en-IN" sz="2400" dirty="0">
            <a:latin typeface="Times New Roman" panose="02020603050405020304" pitchFamily="18" charset="0"/>
            <a:cs typeface="Times New Roman" panose="02020603050405020304" pitchFamily="18" charset="0"/>
          </a:endParaRPr>
        </a:p>
      </dgm:t>
    </dgm:pt>
    <dgm:pt modelId="{15D65A17-91F8-45CF-A4D5-74DAE6C4BF5E}" type="parTrans" cxnId="{5AB06E53-D114-4DD5-8771-D53889B1BE2F}">
      <dgm:prSet/>
      <dgm:spPr/>
      <dgm:t>
        <a:bodyPr/>
        <a:lstStyle/>
        <a:p>
          <a:endParaRPr lang="en-IN"/>
        </a:p>
      </dgm:t>
    </dgm:pt>
    <dgm:pt modelId="{3FD9EDC1-F71F-4FEB-B18E-C117460B055D}" type="sibTrans" cxnId="{5AB06E53-D114-4DD5-8771-D53889B1BE2F}">
      <dgm:prSet/>
      <dgm:spPr/>
      <dgm:t>
        <a:bodyPr/>
        <a:lstStyle/>
        <a:p>
          <a:endParaRPr lang="en-IN"/>
        </a:p>
      </dgm:t>
    </dgm:pt>
    <dgm:pt modelId="{AF11726C-F231-4287-82FC-23905A342FD1}">
      <dgm:prSet/>
      <dgm:spPr/>
      <dgm:t>
        <a:bodyPr/>
        <a:lstStyle/>
        <a:p>
          <a:endParaRPr lang="en-IN" sz="3300"/>
        </a:p>
      </dgm:t>
    </dgm:pt>
    <dgm:pt modelId="{F117BEFD-6EB7-4B1B-B36C-84D49E59310B}" type="parTrans" cxnId="{AE766B88-5E8A-4E92-BA9E-42168126D0DC}">
      <dgm:prSet/>
      <dgm:spPr/>
      <dgm:t>
        <a:bodyPr/>
        <a:lstStyle/>
        <a:p>
          <a:endParaRPr lang="en-IN"/>
        </a:p>
      </dgm:t>
    </dgm:pt>
    <dgm:pt modelId="{1F8DB6A3-10E9-4F25-93D6-FA8855B34D45}" type="sibTrans" cxnId="{AE766B88-5E8A-4E92-BA9E-42168126D0DC}">
      <dgm:prSet/>
      <dgm:spPr/>
      <dgm:t>
        <a:bodyPr/>
        <a:lstStyle/>
        <a:p>
          <a:endParaRPr lang="en-IN"/>
        </a:p>
      </dgm:t>
    </dgm:pt>
    <dgm:pt modelId="{06339A55-5D12-4522-B54E-F37CFB5A6964}" type="pres">
      <dgm:prSet presAssocID="{FC658A23-7291-4396-93F7-76F16D02774E}" presName="linearFlow" presStyleCnt="0">
        <dgm:presLayoutVars>
          <dgm:dir/>
          <dgm:animLvl val="lvl"/>
          <dgm:resizeHandles val="exact"/>
        </dgm:presLayoutVars>
      </dgm:prSet>
      <dgm:spPr/>
    </dgm:pt>
    <dgm:pt modelId="{24E28355-4D2D-4BC0-B7DA-25A3F66969F1}" type="pres">
      <dgm:prSet presAssocID="{D60EE765-5F42-4863-BF14-4102B7960BA5}" presName="composite" presStyleCnt="0"/>
      <dgm:spPr/>
    </dgm:pt>
    <dgm:pt modelId="{599C345C-082F-468D-8972-B4A921B72A53}" type="pres">
      <dgm:prSet presAssocID="{D60EE765-5F42-4863-BF14-4102B7960BA5}" presName="parentText" presStyleLbl="alignNode1" presStyleIdx="0" presStyleCnt="1">
        <dgm:presLayoutVars>
          <dgm:chMax val="1"/>
          <dgm:bulletEnabled val="1"/>
        </dgm:presLayoutVars>
      </dgm:prSet>
      <dgm:spPr/>
    </dgm:pt>
    <dgm:pt modelId="{3635D93C-B964-42C1-8CF7-353B75F691B1}" type="pres">
      <dgm:prSet presAssocID="{D60EE765-5F42-4863-BF14-4102B7960BA5}" presName="descendantText" presStyleLbl="alignAcc1" presStyleIdx="0" presStyleCnt="1">
        <dgm:presLayoutVars>
          <dgm:bulletEnabled val="1"/>
        </dgm:presLayoutVars>
      </dgm:prSet>
      <dgm:spPr/>
    </dgm:pt>
  </dgm:ptLst>
  <dgm:cxnLst>
    <dgm:cxn modelId="{DCC9F124-33A5-4517-8A69-653DF6887FF9}" type="presOf" srcId="{D60EE765-5F42-4863-BF14-4102B7960BA5}" destId="{599C345C-082F-468D-8972-B4A921B72A53}" srcOrd="0" destOrd="0" presId="urn:microsoft.com/office/officeart/2005/8/layout/chevron2"/>
    <dgm:cxn modelId="{C95D7E28-5E55-4FA4-A58A-66FD00847646}" type="presOf" srcId="{7EA5D5E0-9B27-4550-8C99-456CBF726074}" destId="{3635D93C-B964-42C1-8CF7-353B75F691B1}" srcOrd="0" destOrd="0" presId="urn:microsoft.com/office/officeart/2005/8/layout/chevron2"/>
    <dgm:cxn modelId="{ACD6305C-30F0-46B7-BE37-E12894F7F377}" type="presOf" srcId="{87882B89-AA5A-4EF0-B422-D3CE2782A4D3}" destId="{3635D93C-B964-42C1-8CF7-353B75F691B1}" srcOrd="0" destOrd="1" presId="urn:microsoft.com/office/officeart/2005/8/layout/chevron2"/>
    <dgm:cxn modelId="{D8B05B45-B141-4641-8174-E19F9B35AE75}" srcId="{D60EE765-5F42-4863-BF14-4102B7960BA5}" destId="{7EA5D5E0-9B27-4550-8C99-456CBF726074}" srcOrd="0" destOrd="0" parTransId="{BB8521B5-B4E5-42C5-9203-A4FBEBE8DB76}" sibTransId="{B919DAD0-9A90-456D-AAC0-F4137ABFF811}"/>
    <dgm:cxn modelId="{E364EA6C-914E-4E00-B658-AFAF9A744438}" srcId="{FC658A23-7291-4396-93F7-76F16D02774E}" destId="{D60EE765-5F42-4863-BF14-4102B7960BA5}" srcOrd="0" destOrd="0" parTransId="{67DB2A90-1630-4BB1-9C3F-D01F04C03378}" sibTransId="{16BB3FF3-8067-4DE2-81D2-5E10D5E418A7}"/>
    <dgm:cxn modelId="{5AB06E53-D114-4DD5-8771-D53889B1BE2F}" srcId="{D60EE765-5F42-4863-BF14-4102B7960BA5}" destId="{87882B89-AA5A-4EF0-B422-D3CE2782A4D3}" srcOrd="1" destOrd="0" parTransId="{15D65A17-91F8-45CF-A4D5-74DAE6C4BF5E}" sibTransId="{3FD9EDC1-F71F-4FEB-B18E-C117460B055D}"/>
    <dgm:cxn modelId="{770EF977-8FE6-4812-964F-D121E08978F6}" type="presOf" srcId="{FC658A23-7291-4396-93F7-76F16D02774E}" destId="{06339A55-5D12-4522-B54E-F37CFB5A6964}" srcOrd="0" destOrd="0" presId="urn:microsoft.com/office/officeart/2005/8/layout/chevron2"/>
    <dgm:cxn modelId="{AE766B88-5E8A-4E92-BA9E-42168126D0DC}" srcId="{D60EE765-5F42-4863-BF14-4102B7960BA5}" destId="{AF11726C-F231-4287-82FC-23905A342FD1}" srcOrd="2" destOrd="0" parTransId="{F117BEFD-6EB7-4B1B-B36C-84D49E59310B}" sibTransId="{1F8DB6A3-10E9-4F25-93D6-FA8855B34D45}"/>
    <dgm:cxn modelId="{D7AE04BE-D9AB-431B-B36E-7FC5B0DABFCF}" type="presOf" srcId="{AF11726C-F231-4287-82FC-23905A342FD1}" destId="{3635D93C-B964-42C1-8CF7-353B75F691B1}" srcOrd="0" destOrd="2" presId="urn:microsoft.com/office/officeart/2005/8/layout/chevron2"/>
    <dgm:cxn modelId="{EA5C873C-D448-437F-AFD5-5E9827581D75}" type="presParOf" srcId="{06339A55-5D12-4522-B54E-F37CFB5A6964}" destId="{24E28355-4D2D-4BC0-B7DA-25A3F66969F1}" srcOrd="0" destOrd="0" presId="urn:microsoft.com/office/officeart/2005/8/layout/chevron2"/>
    <dgm:cxn modelId="{8DBC1E77-EFF8-4883-88E0-82459968FB57}" type="presParOf" srcId="{24E28355-4D2D-4BC0-B7DA-25A3F66969F1}" destId="{599C345C-082F-468D-8972-B4A921B72A53}" srcOrd="0" destOrd="0" presId="urn:microsoft.com/office/officeart/2005/8/layout/chevron2"/>
    <dgm:cxn modelId="{B2D7A1E7-D224-4EA3-A6E4-A5B03A5AE28A}" type="presParOf" srcId="{24E28355-4D2D-4BC0-B7DA-25A3F66969F1}" destId="{3635D93C-B964-42C1-8CF7-353B75F691B1}"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C658A23-7291-4396-93F7-76F16D02774E}" type="doc">
      <dgm:prSet loTypeId="urn:microsoft.com/office/officeart/2005/8/layout/chevron2" loCatId="process" qsTypeId="urn:microsoft.com/office/officeart/2005/8/quickstyle/simple3" qsCatId="simple" csTypeId="urn:microsoft.com/office/officeart/2005/8/colors/accent1_2" csCatId="accent1" phldr="1"/>
      <dgm:spPr/>
      <dgm:t>
        <a:bodyPr/>
        <a:lstStyle/>
        <a:p>
          <a:endParaRPr lang="en-IN"/>
        </a:p>
      </dgm:t>
    </dgm:pt>
    <dgm:pt modelId="{8F6652F8-8B64-4120-9D11-9C91117524DA}">
      <dgm:prSet custT="1"/>
      <dgm:spPr>
        <a:solidFill>
          <a:schemeClr val="accent2">
            <a:lumMod val="60000"/>
            <a:lumOff val="40000"/>
          </a:schemeClr>
        </a:solidFill>
      </dgm:spPr>
      <dgm:t>
        <a:bodyPr/>
        <a:lstStyle/>
        <a:p>
          <a:r>
            <a:rPr lang="en-US" sz="2400" dirty="0"/>
            <a:t>(II)</a:t>
          </a:r>
          <a:r>
            <a:rPr lang="en-US" sz="2400" b="0" dirty="0">
              <a:latin typeface="Times New Roman" panose="02020603050405020304" pitchFamily="18" charset="0"/>
              <a:cs typeface="Times New Roman" panose="02020603050405020304" pitchFamily="18" charset="0"/>
            </a:rPr>
            <a:t>Time Series Projection Method</a:t>
          </a:r>
          <a:endParaRPr lang="en-IN" sz="2400" b="0" dirty="0">
            <a:latin typeface="Times New Roman" panose="02020603050405020304" pitchFamily="18" charset="0"/>
            <a:cs typeface="Times New Roman" panose="02020603050405020304" pitchFamily="18" charset="0"/>
          </a:endParaRPr>
        </a:p>
      </dgm:t>
    </dgm:pt>
    <dgm:pt modelId="{938D7EBF-C56E-4B6F-8914-11EC302BBDF2}" type="parTrans" cxnId="{A0C7998E-858A-48F9-B40D-CF8C7982740A}">
      <dgm:prSet/>
      <dgm:spPr/>
      <dgm:t>
        <a:bodyPr/>
        <a:lstStyle/>
        <a:p>
          <a:endParaRPr lang="en-IN"/>
        </a:p>
      </dgm:t>
    </dgm:pt>
    <dgm:pt modelId="{AA7DA3A9-73C1-4D72-9555-BF26BDBE28DC}" type="sibTrans" cxnId="{A0C7998E-858A-48F9-B40D-CF8C7982740A}">
      <dgm:prSet/>
      <dgm:spPr/>
      <dgm:t>
        <a:bodyPr/>
        <a:lstStyle/>
        <a:p>
          <a:endParaRPr lang="en-IN"/>
        </a:p>
      </dgm:t>
    </dgm:pt>
    <dgm:pt modelId="{67A6C241-F297-4582-8EC0-34CF4F28C3D4}">
      <dgm:prSet custT="1"/>
      <dgm:spPr/>
      <dgm:t>
        <a:bodyPr/>
        <a:lstStyle/>
        <a:p>
          <a:r>
            <a:rPr lang="en-US" sz="2400" dirty="0">
              <a:latin typeface="Times New Roman" panose="02020603050405020304" pitchFamily="18" charset="0"/>
              <a:cs typeface="Times New Roman" panose="02020603050405020304" pitchFamily="18" charset="0"/>
            </a:rPr>
            <a:t>Trend Projection Method</a:t>
          </a:r>
          <a:endParaRPr lang="en-IN" sz="2400" dirty="0">
            <a:latin typeface="Times New Roman" panose="02020603050405020304" pitchFamily="18" charset="0"/>
            <a:cs typeface="Times New Roman" panose="02020603050405020304" pitchFamily="18" charset="0"/>
          </a:endParaRPr>
        </a:p>
      </dgm:t>
    </dgm:pt>
    <dgm:pt modelId="{25A915A4-B0E3-4094-ACE0-C3F44D68BCA3}" type="parTrans" cxnId="{3F0C2E29-D190-4C4C-A287-E50DADCFBB0B}">
      <dgm:prSet/>
      <dgm:spPr/>
      <dgm:t>
        <a:bodyPr/>
        <a:lstStyle/>
        <a:p>
          <a:endParaRPr lang="en-IN"/>
        </a:p>
      </dgm:t>
    </dgm:pt>
    <dgm:pt modelId="{F7B36694-3E84-4BBF-832C-BAD82EE43DF1}" type="sibTrans" cxnId="{3F0C2E29-D190-4C4C-A287-E50DADCFBB0B}">
      <dgm:prSet/>
      <dgm:spPr/>
      <dgm:t>
        <a:bodyPr/>
        <a:lstStyle/>
        <a:p>
          <a:endParaRPr lang="en-IN"/>
        </a:p>
      </dgm:t>
    </dgm:pt>
    <dgm:pt modelId="{96EFBA16-2893-4EC7-B1ED-169F5BFF5BCB}">
      <dgm:prSet custT="1"/>
      <dgm:spPr/>
      <dgm:t>
        <a:bodyPr/>
        <a:lstStyle/>
        <a:p>
          <a:r>
            <a:rPr lang="en-US" sz="2400" dirty="0">
              <a:latin typeface="Times New Roman" panose="02020603050405020304" pitchFamily="18" charset="0"/>
              <a:cs typeface="Times New Roman" panose="02020603050405020304" pitchFamily="18" charset="0"/>
            </a:rPr>
            <a:t>Exponential Smoothing Method</a:t>
          </a:r>
          <a:endParaRPr lang="en-IN" sz="2400" dirty="0">
            <a:latin typeface="Times New Roman" panose="02020603050405020304" pitchFamily="18" charset="0"/>
            <a:cs typeface="Times New Roman" panose="02020603050405020304" pitchFamily="18" charset="0"/>
          </a:endParaRPr>
        </a:p>
      </dgm:t>
    </dgm:pt>
    <dgm:pt modelId="{4080C6F0-7E2A-48B8-9338-0D3D34BF1380}" type="parTrans" cxnId="{4F01E00C-384E-43E6-B411-0C303A51A724}">
      <dgm:prSet/>
      <dgm:spPr/>
      <dgm:t>
        <a:bodyPr/>
        <a:lstStyle/>
        <a:p>
          <a:endParaRPr lang="en-IN"/>
        </a:p>
      </dgm:t>
    </dgm:pt>
    <dgm:pt modelId="{6AB66B88-4F0A-4BED-AA08-CEC32664E8EA}" type="sibTrans" cxnId="{4F01E00C-384E-43E6-B411-0C303A51A724}">
      <dgm:prSet/>
      <dgm:spPr/>
      <dgm:t>
        <a:bodyPr/>
        <a:lstStyle/>
        <a:p>
          <a:endParaRPr lang="en-IN"/>
        </a:p>
      </dgm:t>
    </dgm:pt>
    <dgm:pt modelId="{AF75752C-5F68-4E4F-8211-8AD562EE3E55}">
      <dgm:prSet custT="1"/>
      <dgm:spPr/>
      <dgm:t>
        <a:bodyPr/>
        <a:lstStyle/>
        <a:p>
          <a:r>
            <a:rPr lang="en-US" sz="2400" dirty="0">
              <a:latin typeface="Times New Roman" panose="02020603050405020304" pitchFamily="18" charset="0"/>
              <a:cs typeface="Times New Roman" panose="02020603050405020304" pitchFamily="18" charset="0"/>
            </a:rPr>
            <a:t>Moving Average Method </a:t>
          </a:r>
          <a:endParaRPr lang="en-IN" sz="2400" dirty="0">
            <a:latin typeface="Times New Roman" panose="02020603050405020304" pitchFamily="18" charset="0"/>
            <a:cs typeface="Times New Roman" panose="02020603050405020304" pitchFamily="18" charset="0"/>
          </a:endParaRPr>
        </a:p>
      </dgm:t>
    </dgm:pt>
    <dgm:pt modelId="{6F9060A7-D3C2-4F77-9E56-B844BB1957D2}" type="parTrans" cxnId="{5B95393C-09A2-4D79-B48E-82D356D2E7BA}">
      <dgm:prSet/>
      <dgm:spPr/>
      <dgm:t>
        <a:bodyPr/>
        <a:lstStyle/>
        <a:p>
          <a:endParaRPr lang="en-IN"/>
        </a:p>
      </dgm:t>
    </dgm:pt>
    <dgm:pt modelId="{0D331CA2-30DF-43D1-8753-2C9CAA7843FF}" type="sibTrans" cxnId="{5B95393C-09A2-4D79-B48E-82D356D2E7BA}">
      <dgm:prSet/>
      <dgm:spPr/>
      <dgm:t>
        <a:bodyPr/>
        <a:lstStyle/>
        <a:p>
          <a:endParaRPr lang="en-IN"/>
        </a:p>
      </dgm:t>
    </dgm:pt>
    <dgm:pt modelId="{06339A55-5D12-4522-B54E-F37CFB5A6964}" type="pres">
      <dgm:prSet presAssocID="{FC658A23-7291-4396-93F7-76F16D02774E}" presName="linearFlow" presStyleCnt="0">
        <dgm:presLayoutVars>
          <dgm:dir/>
          <dgm:animLvl val="lvl"/>
          <dgm:resizeHandles val="exact"/>
        </dgm:presLayoutVars>
      </dgm:prSet>
      <dgm:spPr/>
    </dgm:pt>
    <dgm:pt modelId="{168A3229-91DA-48AB-B953-D72A8D094FA7}" type="pres">
      <dgm:prSet presAssocID="{8F6652F8-8B64-4120-9D11-9C91117524DA}" presName="composite" presStyleCnt="0"/>
      <dgm:spPr/>
    </dgm:pt>
    <dgm:pt modelId="{0B803EB8-0E3E-45C9-9762-4C651A9AA815}" type="pres">
      <dgm:prSet presAssocID="{8F6652F8-8B64-4120-9D11-9C91117524DA}" presName="parentText" presStyleLbl="alignNode1" presStyleIdx="0" presStyleCnt="1">
        <dgm:presLayoutVars>
          <dgm:chMax val="1"/>
          <dgm:bulletEnabled val="1"/>
        </dgm:presLayoutVars>
      </dgm:prSet>
      <dgm:spPr/>
    </dgm:pt>
    <dgm:pt modelId="{D4F21B71-C708-4D04-86E8-F7FE4ABD8B0D}" type="pres">
      <dgm:prSet presAssocID="{8F6652F8-8B64-4120-9D11-9C91117524DA}" presName="descendantText" presStyleLbl="alignAcc1" presStyleIdx="0" presStyleCnt="1">
        <dgm:presLayoutVars>
          <dgm:bulletEnabled val="1"/>
        </dgm:presLayoutVars>
      </dgm:prSet>
      <dgm:spPr/>
    </dgm:pt>
  </dgm:ptLst>
  <dgm:cxnLst>
    <dgm:cxn modelId="{C1413000-23F8-4234-BD5C-226F9776A03E}" type="presOf" srcId="{67A6C241-F297-4582-8EC0-34CF4F28C3D4}" destId="{D4F21B71-C708-4D04-86E8-F7FE4ABD8B0D}" srcOrd="0" destOrd="0" presId="urn:microsoft.com/office/officeart/2005/8/layout/chevron2"/>
    <dgm:cxn modelId="{4F01E00C-384E-43E6-B411-0C303A51A724}" srcId="{8F6652F8-8B64-4120-9D11-9C91117524DA}" destId="{96EFBA16-2893-4EC7-B1ED-169F5BFF5BCB}" srcOrd="1" destOrd="0" parTransId="{4080C6F0-7E2A-48B8-9338-0D3D34BF1380}" sibTransId="{6AB66B88-4F0A-4BED-AA08-CEC32664E8EA}"/>
    <dgm:cxn modelId="{3F0C2E29-D190-4C4C-A287-E50DADCFBB0B}" srcId="{8F6652F8-8B64-4120-9D11-9C91117524DA}" destId="{67A6C241-F297-4582-8EC0-34CF4F28C3D4}" srcOrd="0" destOrd="0" parTransId="{25A915A4-B0E3-4094-ACE0-C3F44D68BCA3}" sibTransId="{F7B36694-3E84-4BBF-832C-BAD82EE43DF1}"/>
    <dgm:cxn modelId="{D06E4F2B-5653-4E52-A12A-FBB1F7AA693B}" type="presOf" srcId="{8F6652F8-8B64-4120-9D11-9C91117524DA}" destId="{0B803EB8-0E3E-45C9-9762-4C651A9AA815}" srcOrd="0" destOrd="0" presId="urn:microsoft.com/office/officeart/2005/8/layout/chevron2"/>
    <dgm:cxn modelId="{5B95393C-09A2-4D79-B48E-82D356D2E7BA}" srcId="{8F6652F8-8B64-4120-9D11-9C91117524DA}" destId="{AF75752C-5F68-4E4F-8211-8AD562EE3E55}" srcOrd="2" destOrd="0" parTransId="{6F9060A7-D3C2-4F77-9E56-B844BB1957D2}" sibTransId="{0D331CA2-30DF-43D1-8753-2C9CAA7843FF}"/>
    <dgm:cxn modelId="{770EF977-8FE6-4812-964F-D121E08978F6}" type="presOf" srcId="{FC658A23-7291-4396-93F7-76F16D02774E}" destId="{06339A55-5D12-4522-B54E-F37CFB5A6964}" srcOrd="0" destOrd="0" presId="urn:microsoft.com/office/officeart/2005/8/layout/chevron2"/>
    <dgm:cxn modelId="{D555497F-2AA8-4AA6-A2D5-712E167F33B4}" type="presOf" srcId="{96EFBA16-2893-4EC7-B1ED-169F5BFF5BCB}" destId="{D4F21B71-C708-4D04-86E8-F7FE4ABD8B0D}" srcOrd="0" destOrd="1" presId="urn:microsoft.com/office/officeart/2005/8/layout/chevron2"/>
    <dgm:cxn modelId="{A0C7998E-858A-48F9-B40D-CF8C7982740A}" srcId="{FC658A23-7291-4396-93F7-76F16D02774E}" destId="{8F6652F8-8B64-4120-9D11-9C91117524DA}" srcOrd="0" destOrd="0" parTransId="{938D7EBF-C56E-4B6F-8914-11EC302BBDF2}" sibTransId="{AA7DA3A9-73C1-4D72-9555-BF26BDBE28DC}"/>
    <dgm:cxn modelId="{2A197EB1-3A4D-4C4D-83AF-AEE46BFB6476}" type="presOf" srcId="{AF75752C-5F68-4E4F-8211-8AD562EE3E55}" destId="{D4F21B71-C708-4D04-86E8-F7FE4ABD8B0D}" srcOrd="0" destOrd="2" presId="urn:microsoft.com/office/officeart/2005/8/layout/chevron2"/>
    <dgm:cxn modelId="{B7486DF0-CB3E-40F8-98D0-9F5646FADFB9}" type="presParOf" srcId="{06339A55-5D12-4522-B54E-F37CFB5A6964}" destId="{168A3229-91DA-48AB-B953-D72A8D094FA7}" srcOrd="0" destOrd="0" presId="urn:microsoft.com/office/officeart/2005/8/layout/chevron2"/>
    <dgm:cxn modelId="{DBE8FB83-248D-49FD-AC8D-09220677B47A}" type="presParOf" srcId="{168A3229-91DA-48AB-B953-D72A8D094FA7}" destId="{0B803EB8-0E3E-45C9-9762-4C651A9AA815}" srcOrd="0" destOrd="0" presId="urn:microsoft.com/office/officeart/2005/8/layout/chevron2"/>
    <dgm:cxn modelId="{5C7659FE-BFD6-4925-BAD7-57FA8B093FCA}" type="presParOf" srcId="{168A3229-91DA-48AB-B953-D72A8D094FA7}" destId="{D4F21B71-C708-4D04-86E8-F7FE4ABD8B0D}"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0B65E7A-B50F-4A2A-B0EE-4653DC3F08CB}" type="doc">
      <dgm:prSet loTypeId="urn:microsoft.com/office/officeart/2005/8/layout/chevron2" loCatId="process" qsTypeId="urn:microsoft.com/office/officeart/2005/8/quickstyle/simple3" qsCatId="simple" csTypeId="urn:microsoft.com/office/officeart/2005/8/colors/accent1_2" csCatId="accent1" phldr="1"/>
      <dgm:spPr/>
      <dgm:t>
        <a:bodyPr/>
        <a:lstStyle/>
        <a:p>
          <a:endParaRPr lang="en-IN"/>
        </a:p>
      </dgm:t>
    </dgm:pt>
    <dgm:pt modelId="{773CB0C7-FB99-46D4-B104-7CF67D5E4B75}">
      <dgm:prSet custT="1"/>
      <dgm:spPr>
        <a:solidFill>
          <a:schemeClr val="accent2">
            <a:lumMod val="60000"/>
            <a:lumOff val="40000"/>
          </a:schemeClr>
        </a:solidFill>
      </dgm:spPr>
      <dgm:t>
        <a:bodyPr/>
        <a:lstStyle/>
        <a:p>
          <a:r>
            <a:rPr lang="en-US" sz="2400">
              <a:latin typeface="Times New Roman" panose="02020603050405020304" pitchFamily="18" charset="0"/>
              <a:cs typeface="Times New Roman" panose="02020603050405020304" pitchFamily="18" charset="0"/>
            </a:rPr>
            <a:t>(III)</a:t>
          </a:r>
          <a:r>
            <a:rPr lang="en-US" sz="2400" b="1">
              <a:latin typeface="Times New Roman" panose="02020603050405020304" pitchFamily="18" charset="0"/>
              <a:cs typeface="Times New Roman" panose="02020603050405020304" pitchFamily="18" charset="0"/>
            </a:rPr>
            <a:t>Casual Methods</a:t>
          </a:r>
          <a:endParaRPr lang="en-IN" sz="2400">
            <a:latin typeface="Times New Roman" panose="02020603050405020304" pitchFamily="18" charset="0"/>
            <a:cs typeface="Times New Roman" panose="02020603050405020304" pitchFamily="18" charset="0"/>
          </a:endParaRPr>
        </a:p>
      </dgm:t>
    </dgm:pt>
    <dgm:pt modelId="{0DB78E01-0B1E-4BA5-A65E-FA0A92C6E52D}" type="parTrans" cxnId="{2E0009E9-9FF9-4AA1-B6F0-1459A896194E}">
      <dgm:prSet/>
      <dgm:spPr/>
      <dgm:t>
        <a:bodyPr/>
        <a:lstStyle/>
        <a:p>
          <a:endParaRPr lang="en-IN"/>
        </a:p>
      </dgm:t>
    </dgm:pt>
    <dgm:pt modelId="{B0FF1CF7-2F54-4259-B839-8FFD7FCBFFE8}" type="sibTrans" cxnId="{2E0009E9-9FF9-4AA1-B6F0-1459A896194E}">
      <dgm:prSet/>
      <dgm:spPr/>
      <dgm:t>
        <a:bodyPr/>
        <a:lstStyle/>
        <a:p>
          <a:endParaRPr lang="en-IN"/>
        </a:p>
      </dgm:t>
    </dgm:pt>
    <dgm:pt modelId="{452FE9A5-7784-4DB1-A44B-D50468554E6D}">
      <dgm:prSet/>
      <dgm:spPr/>
      <dgm:t>
        <a:bodyPr/>
        <a:lstStyle/>
        <a:p>
          <a:r>
            <a:rPr lang="en-US" dirty="0">
              <a:latin typeface="Times New Roman" panose="02020603050405020304" pitchFamily="18" charset="0"/>
              <a:cs typeface="Times New Roman" panose="02020603050405020304" pitchFamily="18" charset="0"/>
            </a:rPr>
            <a:t>Seek to develop forecasts based on cause-effect relationship</a:t>
          </a:r>
          <a:endParaRPr lang="en-IN" dirty="0">
            <a:latin typeface="Times New Roman" panose="02020603050405020304" pitchFamily="18" charset="0"/>
            <a:cs typeface="Times New Roman" panose="02020603050405020304" pitchFamily="18" charset="0"/>
          </a:endParaRPr>
        </a:p>
      </dgm:t>
    </dgm:pt>
    <dgm:pt modelId="{82BEE963-8ABA-4044-8368-C725E2EB6DF8}" type="parTrans" cxnId="{7C42531F-B4FB-4AFE-A993-BAD08E846C98}">
      <dgm:prSet/>
      <dgm:spPr/>
      <dgm:t>
        <a:bodyPr/>
        <a:lstStyle/>
        <a:p>
          <a:endParaRPr lang="en-IN"/>
        </a:p>
      </dgm:t>
    </dgm:pt>
    <dgm:pt modelId="{3E68FCDB-3356-43C1-89ED-C4DD36AF56B6}" type="sibTrans" cxnId="{7C42531F-B4FB-4AFE-A993-BAD08E846C98}">
      <dgm:prSet/>
      <dgm:spPr/>
      <dgm:t>
        <a:bodyPr/>
        <a:lstStyle/>
        <a:p>
          <a:endParaRPr lang="en-IN"/>
        </a:p>
      </dgm:t>
    </dgm:pt>
    <dgm:pt modelId="{262CA3C0-F31F-4178-AF67-D73598629087}">
      <dgm:prSet/>
      <dgm:spPr/>
      <dgm:t>
        <a:bodyPr/>
        <a:lstStyle/>
        <a:p>
          <a:r>
            <a:rPr lang="en-US" dirty="0">
              <a:latin typeface="Times New Roman" panose="02020603050405020304" pitchFamily="18" charset="0"/>
              <a:cs typeface="Times New Roman" panose="02020603050405020304" pitchFamily="18" charset="0"/>
            </a:rPr>
            <a:t>Chain Ratio Method</a:t>
          </a:r>
          <a:endParaRPr lang="en-IN" dirty="0">
            <a:latin typeface="Times New Roman" panose="02020603050405020304" pitchFamily="18" charset="0"/>
            <a:cs typeface="Times New Roman" panose="02020603050405020304" pitchFamily="18" charset="0"/>
          </a:endParaRPr>
        </a:p>
      </dgm:t>
    </dgm:pt>
    <dgm:pt modelId="{728175F5-7FC7-48A9-A47E-608AD5896CD5}" type="parTrans" cxnId="{969869ED-E325-4F59-9EB8-7C8B18CAB834}">
      <dgm:prSet/>
      <dgm:spPr/>
      <dgm:t>
        <a:bodyPr/>
        <a:lstStyle/>
        <a:p>
          <a:endParaRPr lang="en-IN"/>
        </a:p>
      </dgm:t>
    </dgm:pt>
    <dgm:pt modelId="{1A80D8A5-B6C8-4663-A923-EF8C31FD8E38}" type="sibTrans" cxnId="{969869ED-E325-4F59-9EB8-7C8B18CAB834}">
      <dgm:prSet/>
      <dgm:spPr/>
      <dgm:t>
        <a:bodyPr/>
        <a:lstStyle/>
        <a:p>
          <a:endParaRPr lang="en-IN"/>
        </a:p>
      </dgm:t>
    </dgm:pt>
    <dgm:pt modelId="{E414B4A6-AB7B-4548-BC1B-F10B34B2D43A}">
      <dgm:prSet/>
      <dgm:spPr/>
      <dgm:t>
        <a:bodyPr/>
        <a:lstStyle/>
        <a:p>
          <a:r>
            <a:rPr lang="en-US" dirty="0">
              <a:latin typeface="Times New Roman" panose="02020603050405020304" pitchFamily="18" charset="0"/>
              <a:cs typeface="Times New Roman" panose="02020603050405020304" pitchFamily="18" charset="0"/>
            </a:rPr>
            <a:t>Consumption Level Method</a:t>
          </a:r>
          <a:endParaRPr lang="en-IN" dirty="0">
            <a:latin typeface="Times New Roman" panose="02020603050405020304" pitchFamily="18" charset="0"/>
            <a:cs typeface="Times New Roman" panose="02020603050405020304" pitchFamily="18" charset="0"/>
          </a:endParaRPr>
        </a:p>
      </dgm:t>
    </dgm:pt>
    <dgm:pt modelId="{45F0D561-414F-4F8E-8023-861BE82DC708}" type="parTrans" cxnId="{54C4C2F5-F140-4B35-94B3-58512010B844}">
      <dgm:prSet/>
      <dgm:spPr/>
      <dgm:t>
        <a:bodyPr/>
        <a:lstStyle/>
        <a:p>
          <a:endParaRPr lang="en-IN"/>
        </a:p>
      </dgm:t>
    </dgm:pt>
    <dgm:pt modelId="{36F51EDC-162A-4BDE-87D9-A8C734F3EA2A}" type="sibTrans" cxnId="{54C4C2F5-F140-4B35-94B3-58512010B844}">
      <dgm:prSet/>
      <dgm:spPr/>
      <dgm:t>
        <a:bodyPr/>
        <a:lstStyle/>
        <a:p>
          <a:endParaRPr lang="en-IN"/>
        </a:p>
      </dgm:t>
    </dgm:pt>
    <dgm:pt modelId="{801BA92B-929C-4272-93DE-B100446D1C51}">
      <dgm:prSet/>
      <dgm:spPr/>
      <dgm:t>
        <a:bodyPr/>
        <a:lstStyle/>
        <a:p>
          <a:r>
            <a:rPr lang="en-US" dirty="0">
              <a:latin typeface="Times New Roman" panose="02020603050405020304" pitchFamily="18" charset="0"/>
              <a:cs typeface="Times New Roman" panose="02020603050405020304" pitchFamily="18" charset="0"/>
            </a:rPr>
            <a:t>End-use Method</a:t>
          </a:r>
          <a:endParaRPr lang="en-IN" dirty="0">
            <a:latin typeface="Times New Roman" panose="02020603050405020304" pitchFamily="18" charset="0"/>
            <a:cs typeface="Times New Roman" panose="02020603050405020304" pitchFamily="18" charset="0"/>
          </a:endParaRPr>
        </a:p>
      </dgm:t>
    </dgm:pt>
    <dgm:pt modelId="{3088D49C-E09C-49A9-B1FF-35B597844720}" type="parTrans" cxnId="{F5A4F4FD-BE24-4CE3-A324-22036C8134FF}">
      <dgm:prSet/>
      <dgm:spPr/>
      <dgm:t>
        <a:bodyPr/>
        <a:lstStyle/>
        <a:p>
          <a:endParaRPr lang="en-IN"/>
        </a:p>
      </dgm:t>
    </dgm:pt>
    <dgm:pt modelId="{BF3352E5-74AC-4E63-96C5-A5AD49731371}" type="sibTrans" cxnId="{F5A4F4FD-BE24-4CE3-A324-22036C8134FF}">
      <dgm:prSet/>
      <dgm:spPr/>
      <dgm:t>
        <a:bodyPr/>
        <a:lstStyle/>
        <a:p>
          <a:endParaRPr lang="en-IN"/>
        </a:p>
      </dgm:t>
    </dgm:pt>
    <dgm:pt modelId="{69F950B0-00BF-46AB-ABE0-F2C03C40A40C}">
      <dgm:prSet/>
      <dgm:spPr/>
      <dgm:t>
        <a:bodyPr/>
        <a:lstStyle/>
        <a:p>
          <a:r>
            <a:rPr lang="en-US" dirty="0">
              <a:latin typeface="Times New Roman" panose="02020603050405020304" pitchFamily="18" charset="0"/>
              <a:cs typeface="Times New Roman" panose="02020603050405020304" pitchFamily="18" charset="0"/>
            </a:rPr>
            <a:t>Bass Diffusion Method</a:t>
          </a:r>
          <a:endParaRPr lang="en-IN" dirty="0">
            <a:latin typeface="Times New Roman" panose="02020603050405020304" pitchFamily="18" charset="0"/>
            <a:cs typeface="Times New Roman" panose="02020603050405020304" pitchFamily="18" charset="0"/>
          </a:endParaRPr>
        </a:p>
      </dgm:t>
    </dgm:pt>
    <dgm:pt modelId="{C275E106-4918-42ED-B675-8D42FDCB27C2}" type="parTrans" cxnId="{83465F3F-2DCE-4BC5-9CCD-0061D3AFB7DB}">
      <dgm:prSet/>
      <dgm:spPr/>
      <dgm:t>
        <a:bodyPr/>
        <a:lstStyle/>
        <a:p>
          <a:endParaRPr lang="en-IN"/>
        </a:p>
      </dgm:t>
    </dgm:pt>
    <dgm:pt modelId="{3ADC9969-0421-4DB2-B53D-4FBE7D2FE2CE}" type="sibTrans" cxnId="{83465F3F-2DCE-4BC5-9CCD-0061D3AFB7DB}">
      <dgm:prSet/>
      <dgm:spPr/>
      <dgm:t>
        <a:bodyPr/>
        <a:lstStyle/>
        <a:p>
          <a:endParaRPr lang="en-IN"/>
        </a:p>
      </dgm:t>
    </dgm:pt>
    <dgm:pt modelId="{9CF3D8EB-9E0B-4A84-BA78-FFF18EBC05E7}">
      <dgm:prSet/>
      <dgm:spPr/>
      <dgm:t>
        <a:bodyPr/>
        <a:lstStyle/>
        <a:p>
          <a:r>
            <a:rPr lang="en-US">
              <a:latin typeface="Times New Roman" panose="02020603050405020304" pitchFamily="18" charset="0"/>
              <a:cs typeface="Times New Roman" panose="02020603050405020304" pitchFamily="18" charset="0"/>
            </a:rPr>
            <a:t>Leading Indicator Method</a:t>
          </a:r>
          <a:endParaRPr lang="en-IN">
            <a:latin typeface="Times New Roman" panose="02020603050405020304" pitchFamily="18" charset="0"/>
            <a:cs typeface="Times New Roman" panose="02020603050405020304" pitchFamily="18" charset="0"/>
          </a:endParaRPr>
        </a:p>
      </dgm:t>
    </dgm:pt>
    <dgm:pt modelId="{F3A944C0-9F40-4A69-8B10-8DA6D77ACD1C}" type="parTrans" cxnId="{B72C0454-1718-4525-B14B-9695E6C03DCC}">
      <dgm:prSet/>
      <dgm:spPr/>
      <dgm:t>
        <a:bodyPr/>
        <a:lstStyle/>
        <a:p>
          <a:endParaRPr lang="en-IN"/>
        </a:p>
      </dgm:t>
    </dgm:pt>
    <dgm:pt modelId="{924E444D-765C-4E60-99DB-8917402CA964}" type="sibTrans" cxnId="{B72C0454-1718-4525-B14B-9695E6C03DCC}">
      <dgm:prSet/>
      <dgm:spPr/>
      <dgm:t>
        <a:bodyPr/>
        <a:lstStyle/>
        <a:p>
          <a:endParaRPr lang="en-IN"/>
        </a:p>
      </dgm:t>
    </dgm:pt>
    <dgm:pt modelId="{7C75CEDE-1503-4197-9822-87352C50ED74}">
      <dgm:prSet/>
      <dgm:spPr/>
      <dgm:t>
        <a:bodyPr/>
        <a:lstStyle/>
        <a:p>
          <a:r>
            <a:rPr lang="en-US" dirty="0">
              <a:latin typeface="Times New Roman" panose="02020603050405020304" pitchFamily="18" charset="0"/>
              <a:cs typeface="Times New Roman" panose="02020603050405020304" pitchFamily="18" charset="0"/>
            </a:rPr>
            <a:t>Econometric Method</a:t>
          </a:r>
          <a:endParaRPr lang="en-IN" dirty="0">
            <a:latin typeface="Times New Roman" panose="02020603050405020304" pitchFamily="18" charset="0"/>
            <a:cs typeface="Times New Roman" panose="02020603050405020304" pitchFamily="18" charset="0"/>
          </a:endParaRPr>
        </a:p>
      </dgm:t>
    </dgm:pt>
    <dgm:pt modelId="{22219D74-F24E-44FF-93C7-83CA5D303B41}" type="parTrans" cxnId="{5CF0AB73-7222-4AAA-839B-86D43E40D9AA}">
      <dgm:prSet/>
      <dgm:spPr/>
      <dgm:t>
        <a:bodyPr/>
        <a:lstStyle/>
        <a:p>
          <a:endParaRPr lang="en-IN"/>
        </a:p>
      </dgm:t>
    </dgm:pt>
    <dgm:pt modelId="{7316AD20-FFD3-42DB-9750-27B672575FD1}" type="sibTrans" cxnId="{5CF0AB73-7222-4AAA-839B-86D43E40D9AA}">
      <dgm:prSet/>
      <dgm:spPr/>
      <dgm:t>
        <a:bodyPr/>
        <a:lstStyle/>
        <a:p>
          <a:endParaRPr lang="en-IN"/>
        </a:p>
      </dgm:t>
    </dgm:pt>
    <dgm:pt modelId="{AE979A6D-93AB-4385-9C23-07DAAF3CCC23}" type="pres">
      <dgm:prSet presAssocID="{90B65E7A-B50F-4A2A-B0EE-4653DC3F08CB}" presName="linearFlow" presStyleCnt="0">
        <dgm:presLayoutVars>
          <dgm:dir/>
          <dgm:animLvl val="lvl"/>
          <dgm:resizeHandles val="exact"/>
        </dgm:presLayoutVars>
      </dgm:prSet>
      <dgm:spPr/>
    </dgm:pt>
    <dgm:pt modelId="{C36444E5-410B-4471-B804-5BA3BC17D452}" type="pres">
      <dgm:prSet presAssocID="{773CB0C7-FB99-46D4-B104-7CF67D5E4B75}" presName="composite" presStyleCnt="0"/>
      <dgm:spPr/>
    </dgm:pt>
    <dgm:pt modelId="{08200DC8-380F-43D4-84C4-729B4E1E1E22}" type="pres">
      <dgm:prSet presAssocID="{773CB0C7-FB99-46D4-B104-7CF67D5E4B75}" presName="parentText" presStyleLbl="alignNode1" presStyleIdx="0" presStyleCnt="1">
        <dgm:presLayoutVars>
          <dgm:chMax val="1"/>
          <dgm:bulletEnabled val="1"/>
        </dgm:presLayoutVars>
      </dgm:prSet>
      <dgm:spPr/>
    </dgm:pt>
    <dgm:pt modelId="{CF13B6EF-8527-433D-984D-59E270B79ACA}" type="pres">
      <dgm:prSet presAssocID="{773CB0C7-FB99-46D4-B104-7CF67D5E4B75}" presName="descendantText" presStyleLbl="alignAcc1" presStyleIdx="0" presStyleCnt="1">
        <dgm:presLayoutVars>
          <dgm:bulletEnabled val="1"/>
        </dgm:presLayoutVars>
      </dgm:prSet>
      <dgm:spPr/>
    </dgm:pt>
  </dgm:ptLst>
  <dgm:cxnLst>
    <dgm:cxn modelId="{1150670E-8CE2-4AC4-A073-30A394BF275D}" type="presOf" srcId="{E414B4A6-AB7B-4548-BC1B-F10B34B2D43A}" destId="{CF13B6EF-8527-433D-984D-59E270B79ACA}" srcOrd="0" destOrd="2" presId="urn:microsoft.com/office/officeart/2005/8/layout/chevron2"/>
    <dgm:cxn modelId="{C2706417-C31E-4784-899E-CE26C0255129}" type="presOf" srcId="{69F950B0-00BF-46AB-ABE0-F2C03C40A40C}" destId="{CF13B6EF-8527-433D-984D-59E270B79ACA}" srcOrd="0" destOrd="4" presId="urn:microsoft.com/office/officeart/2005/8/layout/chevron2"/>
    <dgm:cxn modelId="{7C42531F-B4FB-4AFE-A993-BAD08E846C98}" srcId="{773CB0C7-FB99-46D4-B104-7CF67D5E4B75}" destId="{452FE9A5-7784-4DB1-A44B-D50468554E6D}" srcOrd="0" destOrd="0" parTransId="{82BEE963-8ABA-4044-8368-C725E2EB6DF8}" sibTransId="{3E68FCDB-3356-43C1-89ED-C4DD36AF56B6}"/>
    <dgm:cxn modelId="{83465F3F-2DCE-4BC5-9CCD-0061D3AFB7DB}" srcId="{773CB0C7-FB99-46D4-B104-7CF67D5E4B75}" destId="{69F950B0-00BF-46AB-ABE0-F2C03C40A40C}" srcOrd="4" destOrd="0" parTransId="{C275E106-4918-42ED-B675-8D42FDCB27C2}" sibTransId="{3ADC9969-0421-4DB2-B53D-4FBE7D2FE2CE}"/>
    <dgm:cxn modelId="{ADB45E64-ED4C-4522-9CF7-86BDB25ED4E0}" type="presOf" srcId="{9CF3D8EB-9E0B-4A84-BA78-FFF18EBC05E7}" destId="{CF13B6EF-8527-433D-984D-59E270B79ACA}" srcOrd="0" destOrd="5" presId="urn:microsoft.com/office/officeart/2005/8/layout/chevron2"/>
    <dgm:cxn modelId="{F79E5353-DC75-4B5B-83D8-F1F2A5DD782F}" type="presOf" srcId="{262CA3C0-F31F-4178-AF67-D73598629087}" destId="{CF13B6EF-8527-433D-984D-59E270B79ACA}" srcOrd="0" destOrd="1" presId="urn:microsoft.com/office/officeart/2005/8/layout/chevron2"/>
    <dgm:cxn modelId="{5CF0AB73-7222-4AAA-839B-86D43E40D9AA}" srcId="{773CB0C7-FB99-46D4-B104-7CF67D5E4B75}" destId="{7C75CEDE-1503-4197-9822-87352C50ED74}" srcOrd="6" destOrd="0" parTransId="{22219D74-F24E-44FF-93C7-83CA5D303B41}" sibTransId="{7316AD20-FFD3-42DB-9750-27B672575FD1}"/>
    <dgm:cxn modelId="{B72C0454-1718-4525-B14B-9695E6C03DCC}" srcId="{773CB0C7-FB99-46D4-B104-7CF67D5E4B75}" destId="{9CF3D8EB-9E0B-4A84-BA78-FFF18EBC05E7}" srcOrd="5" destOrd="0" parTransId="{F3A944C0-9F40-4A69-8B10-8DA6D77ACD1C}" sibTransId="{924E444D-765C-4E60-99DB-8917402CA964}"/>
    <dgm:cxn modelId="{A0858E83-3F27-43B2-A255-3FBCC1594FEE}" type="presOf" srcId="{801BA92B-929C-4272-93DE-B100446D1C51}" destId="{CF13B6EF-8527-433D-984D-59E270B79ACA}" srcOrd="0" destOrd="3" presId="urn:microsoft.com/office/officeart/2005/8/layout/chevron2"/>
    <dgm:cxn modelId="{6936B2B3-71F6-4B02-8355-EB68EB60C6D6}" type="presOf" srcId="{90B65E7A-B50F-4A2A-B0EE-4653DC3F08CB}" destId="{AE979A6D-93AB-4385-9C23-07DAAF3CCC23}" srcOrd="0" destOrd="0" presId="urn:microsoft.com/office/officeart/2005/8/layout/chevron2"/>
    <dgm:cxn modelId="{48E1E3B5-0BAA-4785-B1AC-023BD037884B}" type="presOf" srcId="{7C75CEDE-1503-4197-9822-87352C50ED74}" destId="{CF13B6EF-8527-433D-984D-59E270B79ACA}" srcOrd="0" destOrd="6" presId="urn:microsoft.com/office/officeart/2005/8/layout/chevron2"/>
    <dgm:cxn modelId="{0B8FEAD4-01EB-4AC6-A06F-0E75571C0076}" type="presOf" srcId="{452FE9A5-7784-4DB1-A44B-D50468554E6D}" destId="{CF13B6EF-8527-433D-984D-59E270B79ACA}" srcOrd="0" destOrd="0" presId="urn:microsoft.com/office/officeart/2005/8/layout/chevron2"/>
    <dgm:cxn modelId="{2E0009E9-9FF9-4AA1-B6F0-1459A896194E}" srcId="{90B65E7A-B50F-4A2A-B0EE-4653DC3F08CB}" destId="{773CB0C7-FB99-46D4-B104-7CF67D5E4B75}" srcOrd="0" destOrd="0" parTransId="{0DB78E01-0B1E-4BA5-A65E-FA0A92C6E52D}" sibTransId="{B0FF1CF7-2F54-4259-B839-8FFD7FCBFFE8}"/>
    <dgm:cxn modelId="{969869ED-E325-4F59-9EB8-7C8B18CAB834}" srcId="{773CB0C7-FB99-46D4-B104-7CF67D5E4B75}" destId="{262CA3C0-F31F-4178-AF67-D73598629087}" srcOrd="1" destOrd="0" parTransId="{728175F5-7FC7-48A9-A47E-608AD5896CD5}" sibTransId="{1A80D8A5-B6C8-4663-A923-EF8C31FD8E38}"/>
    <dgm:cxn modelId="{54C4C2F5-F140-4B35-94B3-58512010B844}" srcId="{773CB0C7-FB99-46D4-B104-7CF67D5E4B75}" destId="{E414B4A6-AB7B-4548-BC1B-F10B34B2D43A}" srcOrd="2" destOrd="0" parTransId="{45F0D561-414F-4F8E-8023-861BE82DC708}" sibTransId="{36F51EDC-162A-4BDE-87D9-A8C734F3EA2A}"/>
    <dgm:cxn modelId="{178499FB-80D0-4F40-8096-88BFDAB2965B}" type="presOf" srcId="{773CB0C7-FB99-46D4-B104-7CF67D5E4B75}" destId="{08200DC8-380F-43D4-84C4-729B4E1E1E22}" srcOrd="0" destOrd="0" presId="urn:microsoft.com/office/officeart/2005/8/layout/chevron2"/>
    <dgm:cxn modelId="{F5A4F4FD-BE24-4CE3-A324-22036C8134FF}" srcId="{773CB0C7-FB99-46D4-B104-7CF67D5E4B75}" destId="{801BA92B-929C-4272-93DE-B100446D1C51}" srcOrd="3" destOrd="0" parTransId="{3088D49C-E09C-49A9-B1FF-35B597844720}" sibTransId="{BF3352E5-74AC-4E63-96C5-A5AD49731371}"/>
    <dgm:cxn modelId="{F20DEACB-9492-42BD-8111-F04E7B320F72}" type="presParOf" srcId="{AE979A6D-93AB-4385-9C23-07DAAF3CCC23}" destId="{C36444E5-410B-4471-B804-5BA3BC17D452}" srcOrd="0" destOrd="0" presId="urn:microsoft.com/office/officeart/2005/8/layout/chevron2"/>
    <dgm:cxn modelId="{9965D5BE-98AF-4227-88D6-3A034776C538}" type="presParOf" srcId="{C36444E5-410B-4471-B804-5BA3BC17D452}" destId="{08200DC8-380F-43D4-84C4-729B4E1E1E22}" srcOrd="0" destOrd="0" presId="urn:microsoft.com/office/officeart/2005/8/layout/chevron2"/>
    <dgm:cxn modelId="{57BA1802-0A80-4534-AF22-FED5C845D0FA}" type="presParOf" srcId="{C36444E5-410B-4471-B804-5BA3BC17D452}" destId="{CF13B6EF-8527-433D-984D-59E270B79ACA}"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9C345C-082F-468D-8972-B4A921B72A53}">
      <dsp:nvSpPr>
        <dsp:cNvPr id="0" name=""/>
        <dsp:cNvSpPr/>
      </dsp:nvSpPr>
      <dsp:spPr>
        <a:xfrm rot="5400000">
          <a:off x="-750195" y="750195"/>
          <a:ext cx="5001302" cy="3500911"/>
        </a:xfrm>
        <a:prstGeom prst="chevron">
          <a:avLst/>
        </a:prstGeom>
        <a:solidFill>
          <a:schemeClr val="accent2">
            <a:lumMod val="60000"/>
            <a:lumOff val="4000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0" kern="1200" dirty="0">
              <a:latin typeface="Times New Roman" panose="02020603050405020304" pitchFamily="18" charset="0"/>
              <a:cs typeface="Times New Roman" panose="02020603050405020304" pitchFamily="18" charset="0"/>
            </a:rPr>
            <a:t>(I)Qualitative Methods</a:t>
          </a:r>
          <a:endParaRPr lang="en-IN" sz="2400" b="0" kern="1200" dirty="0">
            <a:latin typeface="Times New Roman" panose="02020603050405020304" pitchFamily="18" charset="0"/>
            <a:cs typeface="Times New Roman" panose="02020603050405020304" pitchFamily="18" charset="0"/>
          </a:endParaRPr>
        </a:p>
      </dsp:txBody>
      <dsp:txXfrm rot="-5400000">
        <a:off x="1" y="1750456"/>
        <a:ext cx="3500911" cy="1500391"/>
      </dsp:txXfrm>
    </dsp:sp>
    <dsp:sp modelId="{3635D93C-B964-42C1-8CF7-353B75F691B1}">
      <dsp:nvSpPr>
        <dsp:cNvPr id="0" name=""/>
        <dsp:cNvSpPr/>
      </dsp:nvSpPr>
      <dsp:spPr>
        <a:xfrm rot="5400000">
          <a:off x="5988803" y="-2487892"/>
          <a:ext cx="3250846" cy="8226630"/>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en-US" sz="2400" kern="1200" dirty="0">
              <a:latin typeface="Times New Roman" panose="02020603050405020304" pitchFamily="18" charset="0"/>
              <a:cs typeface="Times New Roman" panose="02020603050405020304" pitchFamily="18" charset="0"/>
            </a:rPr>
            <a:t>Jury of Executive Opinion Method</a:t>
          </a:r>
          <a:endParaRPr lang="en-IN" sz="2400" kern="1200" dirty="0">
            <a:latin typeface="Times New Roman" panose="02020603050405020304" pitchFamily="18" charset="0"/>
            <a:cs typeface="Times New Roman" panose="02020603050405020304" pitchFamily="18" charset="0"/>
          </a:endParaRPr>
        </a:p>
        <a:p>
          <a:pPr marL="228600" lvl="1" indent="-228600" algn="l" defTabSz="1066800">
            <a:lnSpc>
              <a:spcPct val="90000"/>
            </a:lnSpc>
            <a:spcBef>
              <a:spcPct val="0"/>
            </a:spcBef>
            <a:spcAft>
              <a:spcPct val="15000"/>
            </a:spcAft>
            <a:buChar char="•"/>
          </a:pPr>
          <a:r>
            <a:rPr lang="en-US" sz="2400" kern="1200" dirty="0">
              <a:latin typeface="Times New Roman" panose="02020603050405020304" pitchFamily="18" charset="0"/>
              <a:cs typeface="Times New Roman" panose="02020603050405020304" pitchFamily="18" charset="0"/>
            </a:rPr>
            <a:t>Delphi Method</a:t>
          </a:r>
          <a:endParaRPr lang="en-IN" sz="2400" kern="1200" dirty="0">
            <a:latin typeface="Times New Roman" panose="02020603050405020304" pitchFamily="18" charset="0"/>
            <a:cs typeface="Times New Roman" panose="02020603050405020304" pitchFamily="18" charset="0"/>
          </a:endParaRPr>
        </a:p>
        <a:p>
          <a:pPr marL="285750" lvl="1" indent="-285750" algn="l" defTabSz="1466850">
            <a:lnSpc>
              <a:spcPct val="90000"/>
            </a:lnSpc>
            <a:spcBef>
              <a:spcPct val="0"/>
            </a:spcBef>
            <a:spcAft>
              <a:spcPct val="15000"/>
            </a:spcAft>
            <a:buChar char="•"/>
          </a:pPr>
          <a:endParaRPr lang="en-IN" sz="3300" kern="1200"/>
        </a:p>
      </dsp:txBody>
      <dsp:txXfrm rot="-5400000">
        <a:off x="3500912" y="158692"/>
        <a:ext cx="8067937" cy="29334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803EB8-0E3E-45C9-9762-4C651A9AA815}">
      <dsp:nvSpPr>
        <dsp:cNvPr id="0" name=""/>
        <dsp:cNvSpPr/>
      </dsp:nvSpPr>
      <dsp:spPr>
        <a:xfrm rot="5400000">
          <a:off x="-750195" y="750195"/>
          <a:ext cx="5001302" cy="3500911"/>
        </a:xfrm>
        <a:prstGeom prst="chevron">
          <a:avLst/>
        </a:prstGeom>
        <a:solidFill>
          <a:schemeClr val="accent2">
            <a:lumMod val="60000"/>
            <a:lumOff val="4000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(II)</a:t>
          </a:r>
          <a:r>
            <a:rPr lang="en-US" sz="2400" b="0" kern="1200" dirty="0">
              <a:latin typeface="Times New Roman" panose="02020603050405020304" pitchFamily="18" charset="0"/>
              <a:cs typeface="Times New Roman" panose="02020603050405020304" pitchFamily="18" charset="0"/>
            </a:rPr>
            <a:t>Time Series Projection Method</a:t>
          </a:r>
          <a:endParaRPr lang="en-IN" sz="2400" b="0" kern="1200" dirty="0">
            <a:latin typeface="Times New Roman" panose="02020603050405020304" pitchFamily="18" charset="0"/>
            <a:cs typeface="Times New Roman" panose="02020603050405020304" pitchFamily="18" charset="0"/>
          </a:endParaRPr>
        </a:p>
      </dsp:txBody>
      <dsp:txXfrm rot="-5400000">
        <a:off x="1" y="1750456"/>
        <a:ext cx="3500911" cy="1500391"/>
      </dsp:txXfrm>
    </dsp:sp>
    <dsp:sp modelId="{D4F21B71-C708-4D04-86E8-F7FE4ABD8B0D}">
      <dsp:nvSpPr>
        <dsp:cNvPr id="0" name=""/>
        <dsp:cNvSpPr/>
      </dsp:nvSpPr>
      <dsp:spPr>
        <a:xfrm rot="5400000">
          <a:off x="5988803" y="-2487892"/>
          <a:ext cx="3250846" cy="8226630"/>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en-US" sz="2400" kern="1200" dirty="0">
              <a:latin typeface="Times New Roman" panose="02020603050405020304" pitchFamily="18" charset="0"/>
              <a:cs typeface="Times New Roman" panose="02020603050405020304" pitchFamily="18" charset="0"/>
            </a:rPr>
            <a:t>Trend Projection Method</a:t>
          </a:r>
          <a:endParaRPr lang="en-IN" sz="2400" kern="1200" dirty="0">
            <a:latin typeface="Times New Roman" panose="02020603050405020304" pitchFamily="18" charset="0"/>
            <a:cs typeface="Times New Roman" panose="02020603050405020304" pitchFamily="18" charset="0"/>
          </a:endParaRPr>
        </a:p>
        <a:p>
          <a:pPr marL="228600" lvl="1" indent="-228600" algn="l" defTabSz="1066800">
            <a:lnSpc>
              <a:spcPct val="90000"/>
            </a:lnSpc>
            <a:spcBef>
              <a:spcPct val="0"/>
            </a:spcBef>
            <a:spcAft>
              <a:spcPct val="15000"/>
            </a:spcAft>
            <a:buChar char="•"/>
          </a:pPr>
          <a:r>
            <a:rPr lang="en-US" sz="2400" kern="1200" dirty="0">
              <a:latin typeface="Times New Roman" panose="02020603050405020304" pitchFamily="18" charset="0"/>
              <a:cs typeface="Times New Roman" panose="02020603050405020304" pitchFamily="18" charset="0"/>
            </a:rPr>
            <a:t>Exponential Smoothing Method</a:t>
          </a:r>
          <a:endParaRPr lang="en-IN" sz="2400" kern="1200" dirty="0">
            <a:latin typeface="Times New Roman" panose="02020603050405020304" pitchFamily="18" charset="0"/>
            <a:cs typeface="Times New Roman" panose="02020603050405020304" pitchFamily="18" charset="0"/>
          </a:endParaRPr>
        </a:p>
        <a:p>
          <a:pPr marL="228600" lvl="1" indent="-228600" algn="l" defTabSz="1066800">
            <a:lnSpc>
              <a:spcPct val="90000"/>
            </a:lnSpc>
            <a:spcBef>
              <a:spcPct val="0"/>
            </a:spcBef>
            <a:spcAft>
              <a:spcPct val="15000"/>
            </a:spcAft>
            <a:buChar char="•"/>
          </a:pPr>
          <a:r>
            <a:rPr lang="en-US" sz="2400" kern="1200" dirty="0">
              <a:latin typeface="Times New Roman" panose="02020603050405020304" pitchFamily="18" charset="0"/>
              <a:cs typeface="Times New Roman" panose="02020603050405020304" pitchFamily="18" charset="0"/>
            </a:rPr>
            <a:t>Moving Average Method </a:t>
          </a:r>
          <a:endParaRPr lang="en-IN" sz="2400" kern="1200" dirty="0">
            <a:latin typeface="Times New Roman" panose="02020603050405020304" pitchFamily="18" charset="0"/>
            <a:cs typeface="Times New Roman" panose="02020603050405020304" pitchFamily="18" charset="0"/>
          </a:endParaRPr>
        </a:p>
      </dsp:txBody>
      <dsp:txXfrm rot="-5400000">
        <a:off x="3500912" y="158692"/>
        <a:ext cx="8067937" cy="29334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200DC8-380F-43D4-84C4-729B4E1E1E22}">
      <dsp:nvSpPr>
        <dsp:cNvPr id="0" name=""/>
        <dsp:cNvSpPr/>
      </dsp:nvSpPr>
      <dsp:spPr>
        <a:xfrm rot="5400000">
          <a:off x="-750195" y="750195"/>
          <a:ext cx="5001302" cy="3500911"/>
        </a:xfrm>
        <a:prstGeom prst="chevron">
          <a:avLst/>
        </a:prstGeom>
        <a:solidFill>
          <a:schemeClr val="accent2">
            <a:lumMod val="60000"/>
            <a:lumOff val="4000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a:latin typeface="Times New Roman" panose="02020603050405020304" pitchFamily="18" charset="0"/>
              <a:cs typeface="Times New Roman" panose="02020603050405020304" pitchFamily="18" charset="0"/>
            </a:rPr>
            <a:t>(III)</a:t>
          </a:r>
          <a:r>
            <a:rPr lang="en-US" sz="2400" b="1" kern="1200">
              <a:latin typeface="Times New Roman" panose="02020603050405020304" pitchFamily="18" charset="0"/>
              <a:cs typeface="Times New Roman" panose="02020603050405020304" pitchFamily="18" charset="0"/>
            </a:rPr>
            <a:t>Casual Methods</a:t>
          </a:r>
          <a:endParaRPr lang="en-IN" sz="2400" kern="1200">
            <a:latin typeface="Times New Roman" panose="02020603050405020304" pitchFamily="18" charset="0"/>
            <a:cs typeface="Times New Roman" panose="02020603050405020304" pitchFamily="18" charset="0"/>
          </a:endParaRPr>
        </a:p>
      </dsp:txBody>
      <dsp:txXfrm rot="-5400000">
        <a:off x="1" y="1750456"/>
        <a:ext cx="3500911" cy="1500391"/>
      </dsp:txXfrm>
    </dsp:sp>
    <dsp:sp modelId="{CF13B6EF-8527-433D-984D-59E270B79ACA}">
      <dsp:nvSpPr>
        <dsp:cNvPr id="0" name=""/>
        <dsp:cNvSpPr/>
      </dsp:nvSpPr>
      <dsp:spPr>
        <a:xfrm rot="5400000">
          <a:off x="5988803" y="-2487892"/>
          <a:ext cx="3250846" cy="8226630"/>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77800" tIns="15875" rIns="15875" bIns="15875" numCol="1" spcCol="1270" anchor="ctr" anchorCtr="0">
          <a:noAutofit/>
        </a:bodyPr>
        <a:lstStyle/>
        <a:p>
          <a:pPr marL="228600" lvl="1" indent="-228600" algn="l" defTabSz="1111250">
            <a:lnSpc>
              <a:spcPct val="90000"/>
            </a:lnSpc>
            <a:spcBef>
              <a:spcPct val="0"/>
            </a:spcBef>
            <a:spcAft>
              <a:spcPct val="15000"/>
            </a:spcAft>
            <a:buChar char="•"/>
          </a:pPr>
          <a:r>
            <a:rPr lang="en-US" sz="2500" kern="1200" dirty="0">
              <a:latin typeface="Times New Roman" panose="02020603050405020304" pitchFamily="18" charset="0"/>
              <a:cs typeface="Times New Roman" panose="02020603050405020304" pitchFamily="18" charset="0"/>
            </a:rPr>
            <a:t>Seek to develop forecasts based on cause-effect relationship</a:t>
          </a:r>
          <a:endParaRPr lang="en-IN" sz="2500" kern="1200" dirty="0">
            <a:latin typeface="Times New Roman" panose="02020603050405020304" pitchFamily="18" charset="0"/>
            <a:cs typeface="Times New Roman" panose="02020603050405020304" pitchFamily="18" charset="0"/>
          </a:endParaRPr>
        </a:p>
        <a:p>
          <a:pPr marL="228600" lvl="1" indent="-228600" algn="l" defTabSz="1111250">
            <a:lnSpc>
              <a:spcPct val="90000"/>
            </a:lnSpc>
            <a:spcBef>
              <a:spcPct val="0"/>
            </a:spcBef>
            <a:spcAft>
              <a:spcPct val="15000"/>
            </a:spcAft>
            <a:buChar char="•"/>
          </a:pPr>
          <a:r>
            <a:rPr lang="en-US" sz="2500" kern="1200" dirty="0">
              <a:latin typeface="Times New Roman" panose="02020603050405020304" pitchFamily="18" charset="0"/>
              <a:cs typeface="Times New Roman" panose="02020603050405020304" pitchFamily="18" charset="0"/>
            </a:rPr>
            <a:t>Chain Ratio Method</a:t>
          </a:r>
          <a:endParaRPr lang="en-IN" sz="2500" kern="1200" dirty="0">
            <a:latin typeface="Times New Roman" panose="02020603050405020304" pitchFamily="18" charset="0"/>
            <a:cs typeface="Times New Roman" panose="02020603050405020304" pitchFamily="18" charset="0"/>
          </a:endParaRPr>
        </a:p>
        <a:p>
          <a:pPr marL="228600" lvl="1" indent="-228600" algn="l" defTabSz="1111250">
            <a:lnSpc>
              <a:spcPct val="90000"/>
            </a:lnSpc>
            <a:spcBef>
              <a:spcPct val="0"/>
            </a:spcBef>
            <a:spcAft>
              <a:spcPct val="15000"/>
            </a:spcAft>
            <a:buChar char="•"/>
          </a:pPr>
          <a:r>
            <a:rPr lang="en-US" sz="2500" kern="1200" dirty="0">
              <a:latin typeface="Times New Roman" panose="02020603050405020304" pitchFamily="18" charset="0"/>
              <a:cs typeface="Times New Roman" panose="02020603050405020304" pitchFamily="18" charset="0"/>
            </a:rPr>
            <a:t>Consumption Level Method</a:t>
          </a:r>
          <a:endParaRPr lang="en-IN" sz="2500" kern="1200" dirty="0">
            <a:latin typeface="Times New Roman" panose="02020603050405020304" pitchFamily="18" charset="0"/>
            <a:cs typeface="Times New Roman" panose="02020603050405020304" pitchFamily="18" charset="0"/>
          </a:endParaRPr>
        </a:p>
        <a:p>
          <a:pPr marL="228600" lvl="1" indent="-228600" algn="l" defTabSz="1111250">
            <a:lnSpc>
              <a:spcPct val="90000"/>
            </a:lnSpc>
            <a:spcBef>
              <a:spcPct val="0"/>
            </a:spcBef>
            <a:spcAft>
              <a:spcPct val="15000"/>
            </a:spcAft>
            <a:buChar char="•"/>
          </a:pPr>
          <a:r>
            <a:rPr lang="en-US" sz="2500" kern="1200" dirty="0">
              <a:latin typeface="Times New Roman" panose="02020603050405020304" pitchFamily="18" charset="0"/>
              <a:cs typeface="Times New Roman" panose="02020603050405020304" pitchFamily="18" charset="0"/>
            </a:rPr>
            <a:t>End-use Method</a:t>
          </a:r>
          <a:endParaRPr lang="en-IN" sz="2500" kern="1200" dirty="0">
            <a:latin typeface="Times New Roman" panose="02020603050405020304" pitchFamily="18" charset="0"/>
            <a:cs typeface="Times New Roman" panose="02020603050405020304" pitchFamily="18" charset="0"/>
          </a:endParaRPr>
        </a:p>
        <a:p>
          <a:pPr marL="228600" lvl="1" indent="-228600" algn="l" defTabSz="1111250">
            <a:lnSpc>
              <a:spcPct val="90000"/>
            </a:lnSpc>
            <a:spcBef>
              <a:spcPct val="0"/>
            </a:spcBef>
            <a:spcAft>
              <a:spcPct val="15000"/>
            </a:spcAft>
            <a:buChar char="•"/>
          </a:pPr>
          <a:r>
            <a:rPr lang="en-US" sz="2500" kern="1200" dirty="0">
              <a:latin typeface="Times New Roman" panose="02020603050405020304" pitchFamily="18" charset="0"/>
              <a:cs typeface="Times New Roman" panose="02020603050405020304" pitchFamily="18" charset="0"/>
            </a:rPr>
            <a:t>Bass Diffusion Method</a:t>
          </a:r>
          <a:endParaRPr lang="en-IN" sz="2500" kern="1200" dirty="0">
            <a:latin typeface="Times New Roman" panose="02020603050405020304" pitchFamily="18" charset="0"/>
            <a:cs typeface="Times New Roman" panose="02020603050405020304" pitchFamily="18" charset="0"/>
          </a:endParaRPr>
        </a:p>
        <a:p>
          <a:pPr marL="228600" lvl="1" indent="-228600" algn="l" defTabSz="1111250">
            <a:lnSpc>
              <a:spcPct val="90000"/>
            </a:lnSpc>
            <a:spcBef>
              <a:spcPct val="0"/>
            </a:spcBef>
            <a:spcAft>
              <a:spcPct val="15000"/>
            </a:spcAft>
            <a:buChar char="•"/>
          </a:pPr>
          <a:r>
            <a:rPr lang="en-US" sz="2500" kern="1200">
              <a:latin typeface="Times New Roman" panose="02020603050405020304" pitchFamily="18" charset="0"/>
              <a:cs typeface="Times New Roman" panose="02020603050405020304" pitchFamily="18" charset="0"/>
            </a:rPr>
            <a:t>Leading Indicator Method</a:t>
          </a:r>
          <a:endParaRPr lang="en-IN" sz="2500" kern="1200">
            <a:latin typeface="Times New Roman" panose="02020603050405020304" pitchFamily="18" charset="0"/>
            <a:cs typeface="Times New Roman" panose="02020603050405020304" pitchFamily="18" charset="0"/>
          </a:endParaRPr>
        </a:p>
        <a:p>
          <a:pPr marL="228600" lvl="1" indent="-228600" algn="l" defTabSz="1111250">
            <a:lnSpc>
              <a:spcPct val="90000"/>
            </a:lnSpc>
            <a:spcBef>
              <a:spcPct val="0"/>
            </a:spcBef>
            <a:spcAft>
              <a:spcPct val="15000"/>
            </a:spcAft>
            <a:buChar char="•"/>
          </a:pPr>
          <a:r>
            <a:rPr lang="en-US" sz="2500" kern="1200" dirty="0">
              <a:latin typeface="Times New Roman" panose="02020603050405020304" pitchFamily="18" charset="0"/>
              <a:cs typeface="Times New Roman" panose="02020603050405020304" pitchFamily="18" charset="0"/>
            </a:rPr>
            <a:t>Econometric Method</a:t>
          </a:r>
          <a:endParaRPr lang="en-IN" sz="2500" kern="1200" dirty="0">
            <a:latin typeface="Times New Roman" panose="02020603050405020304" pitchFamily="18" charset="0"/>
            <a:cs typeface="Times New Roman" panose="02020603050405020304" pitchFamily="18" charset="0"/>
          </a:endParaRPr>
        </a:p>
      </dsp:txBody>
      <dsp:txXfrm rot="-5400000">
        <a:off x="3500912" y="158692"/>
        <a:ext cx="8067937" cy="2933460"/>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9T11:01:15.131"/>
    </inkml:context>
    <inkml:brush xml:id="br0">
      <inkml:brushProperty name="width" value="0.1" units="cm"/>
      <inkml:brushProperty name="height" value="0.1" units="cm"/>
      <inkml:brushProperty name="color" value="#004F8B"/>
    </inkml:brush>
  </inkml:definitions>
  <inkml:trace contextRef="#ctx0" brushRef="#br0">562 1 8192,'-11'24'4294,"0"0"1,-7 30-1,0 14 84,7-26-3617,-34 124-904,-166 743-3660,189-751-428,4 1 6300,5-44 3128,6-44-4035,-14 83-2294,-11 65 1984,12-66-823,-23 160-29,9-99 0,25-170 0,-7 83 0,15-90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9T11:01:17.126"/>
    </inkml:context>
    <inkml:brush xml:id="br0">
      <inkml:brushProperty name="width" value="0.1" units="cm"/>
      <inkml:brushProperty name="height" value="0.1" units="cm"/>
      <inkml:brushProperty name="color" value="#004F8B"/>
    </inkml:brush>
  </inkml:definitions>
  <inkml:trace contextRef="#ctx0" brushRef="#br0">0 0 8192,'7'0'18022,"10"0"-18022,10 0 0,-1 8 0,4 2 0,-4 6 0,1 2 0,3 4 0,4-2 0,4-3 0,2 2 0,2-3 0,-6 5 0,-2-3 0,0-3 0,2-5 0,2-4 0,-5-2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9T11:01:19.363"/>
    </inkml:context>
    <inkml:brush xml:id="br0">
      <inkml:brushProperty name="width" value="0.1" units="cm"/>
      <inkml:brushProperty name="height" value="0.1" units="cm"/>
      <inkml:brushProperty name="color" value="#004F8B"/>
    </inkml:brush>
  </inkml:definitions>
  <inkml:trace contextRef="#ctx0" brushRef="#br0">1 0 8192,'-1'67'6453,"2"72"1788,1-103-6577,13 67 0,38 88-1664,-42-123 0,-9-53 0,0-1 0,0 0 0,7 20 0,-9-33-63,0 0 1,1 0 0,-1 1-1,1-1 1,-1 0-1,1 0 1,-1 0 0,1 1-1,0-1 1,-1 0 0,1 0-1,0 0 1,0 0 0,0 0-1,0 0 1,0 0-1,0-1 1,0 1 0,0 0-1,0 0 1,0-1 0,0 1-1,0-1 1,1 1 0,-1-1-1,0 0 1,0 1-1,1-1 1,-1 0 0,0 0-1,1 0 1,-1 0 0,0 0-1,1 0 1,-1 0 0,0 0-1,0 0 1,1-1 0,-1 1-1,0 0 1,0-1-1,1 1 1,-1-1 0,0 0-1,0 1 1,0-1 0,0 0-1,0 0 1,0 0 0,0 1-1,0-1 1,1-2-1,5-3-960,1-2 0,-1 1 0,-1-1 0,1 0 0,5-10 0,10-24 519,3-22 4024,-17 42-1913,0 1 0,2 0 0,15-27 0,-13 29-4168,-1-1 0,13-34 0,-7 12 2174,-13 30 1433,12-45 4021,-7-31-3110,-7 53-1957</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9T11:01:22.171"/>
    </inkml:context>
    <inkml:brush xml:id="br0">
      <inkml:brushProperty name="width" value="0.1" units="cm"/>
      <inkml:brushProperty name="height" value="0.1" units="cm"/>
      <inkml:brushProperty name="color" value="#004F8B"/>
    </inkml:brush>
  </inkml:definitions>
  <inkml:trace contextRef="#ctx0" brushRef="#br0">142 181 8192,'11'1'2434,"0"0"0,0 1 1,-1 0-1,1 1 0,14 5 0,29 8 983,-43-14-4074,0 0 0,1-1-1,-1 0 1,1-1 0,-1 0 0,1-1 0,14-3 0,-23 3 321,1 0-1,-1 0 0,0 0 1,0 0-1,1-1 1,-1 0-1,0 1 0,-1-1 1,1 0-1,0 0 0,0-1 1,-1 1-1,0-1 1,1 1-1,-1-1 0,0 0 1,0 0-1,0 0 1,-1 0-1,1 0 0,-1 0 1,1 0-1,-1 0 0,0-1 1,0 1-1,-1 0 1,1-1-1,-1-3 0,1 2 231,0 0-1,-1 1 0,0-1 0,0 0 0,0 0 0,-1 1 0,1-1 0,-1 0 0,0 1 0,-1-1 1,1 1-1,-1-1 0,0 1 0,0 0 0,0-1 0,-1 1 0,1 0 0,-1 1 0,0-1 0,0 0 1,0 1-1,-1 0 0,1 0 0,-1 0 0,0 0 0,0 0 0,0 1 0,0-1 0,0 1 0,0 0 1,-1 1-1,1-1 0,-1 1 0,-8-2 0,-14-2 246,0 1-1,0 1 1,-1 2-1,-47 3 1,50-1-94,-13 2 1878,32-2-890,0 0-1,0 0 1,0 1-1,0 0 1,0 0-1,-6 4 1,8-5-456,1 1 0,0 1 0,0-1 0,0 0 0,0 1 0,1-1 0,-1 1 0,1 0 0,-1 0 1,1 0-1,-2 4 0,-9 31 809,5 38-4386,7-48 450,2 0-1,1 0 0,1 0 0,11 44 0,6-12 843,-16-52 1708,0-1 0,0 0 0,1 0 0,0 0 0,1 0 0,0-1 0,0 0 0,0 0 0,1-1 0,-1 1 0,1-1 0,0-1 0,1 0 0,-1 0 0,1 0 0,9 3 0,-8-4 0,0 0 0,-1 0 0,1-1 0,1 0 0,-1 0 0,0-1 0,0 0 0,1-1 0,-1 0 0,0 0 0,0-1 0,1-1 0,-1 1 0,14-5 0,3-11 0,-7-2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9T11:01:26.761"/>
    </inkml:context>
    <inkml:brush xml:id="br0">
      <inkml:brushProperty name="width" value="0.1" units="cm"/>
      <inkml:brushProperty name="height" value="0.1" units="cm"/>
      <inkml:brushProperty name="color" value="#004F8B"/>
    </inkml:brush>
  </inkml:definitions>
  <inkml:trace contextRef="#ctx0" brushRef="#br0">0 1 8192,'28'140'12029,"0"-2"-7116,2 14-4181,50 271-9021,-48-238 8106,146 1094-9019,-167-1185 9202,34 337 0,38 375 3945,-63-673 4228,4 30-2578,-7-25-5253,-3-34-359,1 110 1,-13-177 16,1-1 0,12 51 0,-6-44 0,3 49 0,-10-7 0,-2-48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9T11:01:33.171"/>
    </inkml:context>
    <inkml:brush xml:id="br0">
      <inkml:brushProperty name="width" value="0.1" units="cm"/>
      <inkml:brushProperty name="height" value="0.1" units="cm"/>
      <inkml:brushProperty name="color" value="#004F8B"/>
    </inkml:brush>
  </inkml:definitions>
  <inkml:trace contextRef="#ctx0" brushRef="#br0">0 84 8192,'286'0'14771,"-95"0"-11520,-160-2-4515,0-1 0,0-2 0,46-14 0,-29 7 3316,13-6 1686,10-1-4472,-39 13 734</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9T11:02:00.265"/>
    </inkml:context>
    <inkml:brush xml:id="br0">
      <inkml:brushProperty name="width" value="0.1" units="cm"/>
      <inkml:brushProperty name="height" value="0.1" units="cm"/>
      <inkml:brushProperty name="color" value="#004F8B"/>
    </inkml:brush>
  </inkml:definitions>
  <inkml:trace contextRef="#ctx0" brushRef="#br0">774 0 18496,'-774'4779'0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9T11:02:15.124"/>
    </inkml:context>
    <inkml:brush xml:id="br0">
      <inkml:brushProperty name="width" value="0.1" units="cm"/>
      <inkml:brushProperty name="height" value="0.1" units="cm"/>
      <inkml:brushProperty name="color" value="#004F8B"/>
    </inkml:brush>
  </inkml:definitions>
  <inkml:trace contextRef="#ctx0" brushRef="#br0">1381 220 8192,'-17'0'2555,"1"-2"0,0 0 0,0-1 0,-26-9 0,-28-12 1852,30 10-3567,-128-37-840,-260-42 0,387 86 0,0 1 0,0 3 0,-1 1 0,-61 5 0,90-2 0,0 0 0,0 1 0,-1 1 0,2 0 0,-1 1 0,0 1 0,1 0 0,0 0 0,0 1 0,0 1 0,1 0 0,0 0 0,0 1 0,1 1 0,0 0 0,0 0 0,-14 19 0,16-15 0,1 0 0,0 0 0,1 1 0,1-1 0,-8 30 0,-8 74 0,15-31 0,5 117 0,3-101 0,-2-90 0,0 0 0,1 0 0,1 0 0,0 0 0,0 0 0,7 19 0,-7-27 0,0 0 0,0 0 0,0 0 0,0 0 0,1 0 0,0 0 0,0-1 0,0 1 0,0-1 0,0 0 0,1 0 0,-1 0 0,1-1 0,0 1 0,0-1 0,0 0 0,0 0 0,0 0 0,1 0 0,6 1 0,23 3-482,1-2 0,0-1 0,0-2 0,70-7 0,-7 1 416,78 7-1952,4 0-5119,-62-8 7466,-64-1-1289,0-3 0,-1-2 0,0-3 0,-1-2 0,-1-2 0,55-28 0,-86 36 1614,-1 0 0,-1 0 0,25-22 0,-27 20 473,-1-1 1,-1 0 0,-1-1-1,0-1 1,0 0-1,-2-1 1,0 0 0,-1-1-1,-1 0 1,-1-1 0,10-29-1,-13 31-658,-1-1-1,-1 0 1,1-26 0,-3 22-469,-1 1 0,-2 0 0,0 0 0,-1 0 0,-1 0 0,-1 0 0,-1 1 0,-15-38 0,17 50 0,1 1 0,-1-1 0,-1 1 0,1 0 0,-1 0 0,0 0 0,-1 0 0,0 1 0,0 0 0,0 1 0,-1-1 0,0 1 0,0 0 0,0 1 0,0-1 0,-1 2 0,0-1 0,0 1 0,0 0 0,0 0 0,0 1 0,0 1 0,-1-1 0,-14 0 0,14 3 0,0-1 0,1 2 0,-1-1 0,0 1 0,-14 6 0,-5 2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52:42.718"/>
    </inkml:context>
    <inkml:brush xml:id="br0">
      <inkml:brushProperty name="width" value="0.1" units="cm"/>
      <inkml:brushProperty name="height" value="0.1" units="cm"/>
      <inkml:brushProperty name="color" value="#004F8B"/>
    </inkml:brush>
  </inkml:definitions>
  <inkml:trace contextRef="#ctx0" brushRef="#br0">0 0 8192,'2'92'15018,"5"214"-12014,50 723-6716,31 23-3835,30 436 784,-94-820 6763,-61-6 0,13-451 3922,2 268 1,24-136 6254,-2-306-10177</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52:48.055"/>
    </inkml:context>
    <inkml:brush xml:id="br0">
      <inkml:brushProperty name="width" value="0.1" units="cm"/>
      <inkml:brushProperty name="height" value="0.1" units="cm"/>
      <inkml:brushProperty name="color" value="#004F8B"/>
    </inkml:brush>
  </inkml:definitions>
  <inkml:trace contextRef="#ctx0" brushRef="#br0">89 0 8192,'0'8'18022,"0"9"-18022,-7 9 0,-3 8 0,0 5 0,3 3 0,-6 2 0,0 1 0,2 0 0,3-1 0,3 1 0,2-1 0,2-1 0,0 0 0,2 1 0,-1-1 0,1-8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52:50.429"/>
    </inkml:context>
    <inkml:brush xml:id="br0">
      <inkml:brushProperty name="width" value="0.1" units="cm"/>
      <inkml:brushProperty name="height" value="0.1" units="cm"/>
      <inkml:brushProperty name="color" value="#004F8B"/>
    </inkml:brush>
  </inkml:definitions>
  <inkml:trace contextRef="#ctx0" brushRef="#br0">0 2 8192,'156'-1'6678,"156"2"1409,-242 4-7002,1 2 1,94 22 0,-155-27-1086,1 1 0,-1 0 0,0 0 0,0 1 0,0 1 0,-1 0 0,17 10 0,-22-11 0,0-1 0,-1 1 0,1 0 0,-1 0 0,1 0 0,-1 1 0,0-1 0,-1 1 0,1-1 0,-1 1 0,0 0 0,0 0 0,-1 0 0,1 0 0,-1 1 0,0-1 0,0 9 0,1 4 0,-2 0 0,0 0 0,-1 1 0,0-1 0,-2 0 0,0 0 0,-1-1 0,-1 1 0,0-1 0,-1 0 0,-1 0 0,-1 0 0,-1-1 0,0 0 0,-1-1 0,0 0 0,-1-1 0,-1 0 0,0 0 0,-1-2 0,-1 1 0,-22 15 0,7-8 0,-1-1 0,-1-2 0,-1-1 0,-1-1 0,0-1 0,-42 10 0,-110 39 0,151-50 0,30-12 0,-1 1 0,1-1 0,0 1 0,0 0 0,0 1 0,0-1 0,0 1 0,1 0 0,-5 4 0,7-6 0,0 0 0,1 0 0,-1 0 0,0 1 0,1-1 0,0 0 0,-1 0 0,1 1 0,0-1 0,-1 0 0,1 1 0,0-1 0,0 0 0,0 1 0,0-1 0,1 0 0,-1 1 0,0-1 0,0 0 0,1 0 0,-1 1 0,1-1 0,-1 0 0,1 0 0,-1 0 0,1 1 0,0-1 0,0 0 0,-1 0 0,1 0 0,0 0 0,0 0 0,0-1 0,0 1 0,2 1 0,9 9 0,2-1 0,-1 0 0,1-1 0,24 11 0,-18-10 0,-1 1 0,34 27 0,-49-35 0,0 1 0,0-1 0,-1 1 0,1 0 0,-1 0 0,0 0 0,0 0 0,-1 1 0,1-1 0,-1 1 0,0 0 0,0-1 0,-1 1 0,1 0 0,-1 0 0,0 0 0,0 7 0,0-9 0,-1 0 0,-1 0 0,1 0 0,0 0 0,-1 0 0,1 0 0,-1 0 0,0 0 0,0 0 0,0-1 0,-1 1 0,1 0 0,0-1 0,-1 1 0,0-1 0,0 1 0,1-1 0,-1 0 0,-4 3 0,1-1 0,0-1 0,0 0 0,0 0 0,-1 0 0,1 0 0,-1-1 0,0 0 0,1 0 0,-8 1 0,-2-1 0,1 0 0,0 0 0,-1-2 0,0 0 0,1 0 0,-1-1 0,-19-5 0,22 2 0,0-1 0,0 0 0,0-1 0,1 0 0,0-1 0,0 0 0,1-1 0,0 0 0,-16-16 0,15 14 0,-9-8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52:51.957"/>
    </inkml:context>
    <inkml:brush xml:id="br0">
      <inkml:brushProperty name="width" value="0.1" units="cm"/>
      <inkml:brushProperty name="height" value="0.1" units="cm"/>
      <inkml:brushProperty name="color" value="#004F8B"/>
    </inkml:brush>
  </inkml:definitions>
  <inkml:trace contextRef="#ctx0" brushRef="#br0">381 1 8192,'-81'178'12830,"32"-60"-8437,21-50-3594,-17 52-799,-53 220 0,90-310 0,-2-1 0,-16 35 0,-1 0 0,18-39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52:53.691"/>
    </inkml:context>
    <inkml:brush xml:id="br0">
      <inkml:brushProperty name="width" value="0.1" units="cm"/>
      <inkml:brushProperty name="height" value="0.1" units="cm"/>
      <inkml:brushProperty name="color" value="#004F8B"/>
    </inkml:brush>
  </inkml:definitions>
  <inkml:trace contextRef="#ctx0" brushRef="#br0">82 4 8192,'110'-2'9421,"8"0"-3231,-2 7-3779,-108-4-2738,1 0 1,-1 0-1,1 1 1,-1 0 0,0 1-1,1 0 1,-1 0-1,-1 0 1,1 1 0,-1 1-1,1-1 1,-1 1-1,0 0 1,-1 1 0,1 0-1,-1 0 1,6 8-1,2 5-1279,-1 1 0,-2 0-1,0 1 1,-1 0 0,8 24-1,-12-29 1259,0-1-1,-1 1 1,-1 0 0,0 1-1,-1-1 1,-1 1-1,0 0 1,-2 27 0,-1-36 381,0 1 0,-1-1 0,0 1 0,-1-1 0,1 0 0,-2 0 0,1 0 0,-1 0 0,0-1 0,-1 0 0,1 1 0,-2-2 0,1 1 0,-1 0 0,0-1 0,0 0 0,0-1 0,-12 8 0,5-4 181,0-1 1,-1-1-1,0 0 1,0-1-1,-1 0 1,0-1 0,0-1-1,0 0 1,-25 2-1,-8-3 2557,-85-4 0,60-1 100,7 1 3114,2 1-4506,27 0-1479</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52:55.509"/>
    </inkml:context>
    <inkml:brush xml:id="br0">
      <inkml:brushProperty name="width" value="0.1" units="cm"/>
      <inkml:brushProperty name="height" value="0.1" units="cm"/>
      <inkml:brushProperty name="color" value="#004F8B"/>
    </inkml:brush>
  </inkml:definitions>
  <inkml:trace contextRef="#ctx0" brushRef="#br0">245 1 8192,'-1'6'2076,"0"1"1,0 0-1,-1 0 1,0 0-1,0-1 1,-3 8-1,-8 24 1411,2 22-3487,-52 221 0,47-230 0,-11 39 0,-60 138 0,74-201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52:57.334"/>
    </inkml:context>
    <inkml:brush xml:id="br0">
      <inkml:brushProperty name="width" value="0.1" units="cm"/>
      <inkml:brushProperty name="height" value="0.1" units="cm"/>
      <inkml:brushProperty name="color" value="#004F8B"/>
    </inkml:brush>
  </inkml:definitions>
  <inkml:trace contextRef="#ctx0" brushRef="#br0">186 0 8192,'12'1'3151,"1"1"1,-1 0 0,0 1-1,19 6 1,7 1-888,3 0-2264,-1 2 0,61 26 0,-80-28 0,0 0 0,-1 2 0,0 0 0,-1 1 0,0 1 0,20 21 0,-18-11 0,-2 1 0,0 1 0,-2 1 0,18 37 0,-10-18 0,-16-28-778,0 0 1,-2 0 0,0 1 0,-1 1-1,-1-1 1,-1 1 0,3 39 0,-8 146-8982,-3-99 7714,5-88 2287,-1 0 0,-1-1 0,-1 1 0,0 0 0,-2-1 0,0 1-1,-1-1 1,0 0 0,-1 0 0,-1-1 0,-1 0 0,-1 0 0,0-1 0,0 0 0,-2 0 0,0-1 0,-14 13 0,17-19 1696,-1-1 0,0 0 0,0 0 0,0-1-1,-21 9 1,17-10-1704,-1 0 0,0 0-1,-28 4 1,1-5-5086,0-1 0,-55-4 0,74 1 2695,-14-1 2862,-113-8-2605,77-7 4015,2-13 6754,42 14-6871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53:00.663"/>
    </inkml:context>
    <inkml:brush xml:id="br0">
      <inkml:brushProperty name="width" value="0.1" units="cm"/>
      <inkml:brushProperty name="height" value="0.1" units="cm"/>
      <inkml:brushProperty name="color" value="#004F8B"/>
    </inkml:brush>
  </inkml:definitions>
  <inkml:trace contextRef="#ctx0" brushRef="#br0">0 1 8192</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53:02.920"/>
    </inkml:context>
    <inkml:brush xml:id="br0">
      <inkml:brushProperty name="width" value="0.1" units="cm"/>
      <inkml:brushProperty name="height" value="0.1" units="cm"/>
      <inkml:brushProperty name="color" value="#004F8B"/>
    </inkml:brush>
  </inkml:definitions>
  <inkml:trace contextRef="#ctx0" brushRef="#br0">426 265 8192,'1'71'7064,"-1"57"758,-2-100-6776,-1 0-1,-10 43 0,6-34-1045,-4 42 0,8-51 0,-1 0 0,-1-1 0,-10 33 0,15-59 0,0 0 0,0 0 0,0 0 0,-1 0 0,1 0 0,0 0 0,0-1 0,-1 1 0,1 0 0,0 0 0,-1 0 0,1 0 0,-1-1 0,1 1 0,-1 0 0,0-1 0,1 1 0,-1 0 0,0-1 0,1 1 0,-1-1 0,0 1 0,0-1 0,-1 2 0,-6-21 0,4-40 0,4-315 0,1 174 0,-1 189 0,0 1 0,1-1 0,0 1 0,1-1 0,0 1 0,0 0 0,1 0 0,0 0 0,6-11 0,-5 14 0,0 1 0,0 0 0,0 0 0,1 1 0,0 0 0,0-1 0,1 1 0,0 1 0,-1-1 0,1 1 0,1 0 0,-1 1 0,1-1 0,7-2 0,2 0 0,1 1 0,0 1 0,0 0 0,0 1 0,35-2 0,-12 5 0,60 5 0,-83-1 12,0-1 0,0 2 1,-1 0-1,0 1 0,0 1 1,0 0-1,0 1 1,-1 1-1,23 18 0,-13-9-135,-2 2-1,0 1 0,-1 1 0,30 39 0,-37-39-336,0 1-1,-2 0 0,14 31 0,-21-40 466,0 0-1,-2 0 1,1 0 0,-2 1-1,0 0 1,-1-1-1,1 20 1,-3-29 21,0 0 0,0-1-1,-1 1 1,0-1 0,0 1 0,0 0-1,0-1 1,-1 0 0,0 1 0,0-1-1,0 0 1,0 0 0,-1 0 0,1 0-1,-1 0 1,-6 5 0,4-4 31,-1 0 1,0-1 0,0 0-1,-1 0 1,1-1-1,-1 0 1,0 0-1,1 0 1,-14 2 0,-9 1 99,0-2 0,-1-2 1,0 0-1,-34-4 0,54 2-151,-191-5 490,201 5-496,0 0 0,0 0 0,0 0 0,0 0 0,0 0 0,0 0 0,0 0 0,0 0 0,0 0 0,0 0 0,0 0 0,0 1 0,0-1 0,1 0 0,-1 0 0,0 0 0,0 0 0,0 0 0,0 0 0,0 0 0,0 0 0,0 0 0,0 0 0,0 1 0,0-1 0,0 0 0,0 0 0,0 0 0,0 0 0,0 0 0,0 0 0,0 0 0,0 0 0,-1 0 0,1 0 0,0 1 0,0-1 0,0 0 0,0 0 0,0 0 0,0 0 0,0 0 0,0 0 0,0 0 0,0 0 0,17 8 0,23 8 0,-16-6-322,0 0 0,-1 2 1,0 1-1,-1 0 1,-1 2-1,0 0 0,-1 2 1,-1 0-1,0 1 0,-1 1 1,-1 0-1,17 26 1,-29-36 423,0 1 0,-1-1 1,0 1-1,0 0 1,-1 0-1,-1 0 0,1 0 1,0 20-1,-1-6 985,-1 0-1,-5 41 1,4-59-1087,-1 0 0,0-1 0,-1 1 0,1 0 0,-1-1 0,0 0 0,0 1 0,-1-1 0,0 0 0,0 0 0,0 0 0,0 0 0,-1-1 0,0 1 0,-6 6 0,3-6 0,0 0 0,-1 0 0,1-1 0,-1 0 0,0 0 0,0-1 0,0 0 0,0 0 0,-14 2 0,-2-1 0,0-2 0,-1 0 0,1-2 0,-1 0 0,1-2 0,-39-7 0,26 0-938,-48-15 1,37 6-2631,-79-42 0,-37-41-3569,61 27 5263,89 63 1874,0 0 0,0 0 0,1-2 0,0 1 0,1-2 0,-12-16 0,22 26 0,-1 0 0,1-1 0,0 1 0,0-1 0,0 0 0,1 1 0,0-1 0,0 0 0,0 0 0,0 0 0,1 0 0,0 0 0,0 1 0,0-1 0,0 0 0,1 0 0,0 0 0,0 0 0,0 0 0,1 1 0,-1-1 0,1 0 0,0 1 0,1-1 0,-1 1 0,6-7 0,-4 5 0,0 0 0,1 0 0,0 0 0,0 0 0,1 1 0,0 0 0,0 0 0,0 1 0,0-1 0,10-4 0,11-2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53:05.192"/>
    </inkml:context>
    <inkml:brush xml:id="br0">
      <inkml:brushProperty name="width" value="0.1" units="cm"/>
      <inkml:brushProperty name="height" value="0.1" units="cm"/>
      <inkml:brushProperty name="color" value="#004F8B"/>
    </inkml:brush>
  </inkml:definitions>
  <inkml:trace contextRef="#ctx0" brushRef="#br0">0 1 8192,'0'802'14771,"0"-267"-11520,0-499-3251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53:07.083"/>
    </inkml:context>
    <inkml:brush xml:id="br0">
      <inkml:brushProperty name="width" value="0.1" units="cm"/>
      <inkml:brushProperty name="height" value="0.1" units="cm"/>
      <inkml:brushProperty name="color" value="#004F8B"/>
    </inkml:brush>
  </inkml:definitions>
  <inkml:trace contextRef="#ctx0" brushRef="#br0">150 2 8192,'60'-1'5812,"92"4"2866,-133-1-8174,0 1 1,-1 0 0,0 2-1,1 0 1,-2 1-1,20 9 1,43 30-505,-2 3 0,-2 4 0,93 83 0,-156-124 0,75 62 0,108 115 0,-165-154 0,-2 1 0,-2 2 0,-1 0 0,-1 2 0,-3 0 0,26 63 0,-40-80 0,-2 0 0,-1 0 0,0 1 0,-2-1 0,1 32 0,-4-2 0,-7 65 0,6-109 0,-1 1 0,1-1 0,-2 0 0,1 0 0,-1 0 0,0 0 0,-1 0 0,0-1 0,0 1 0,-1-1 0,0 0 0,0 0 0,-7 6 0,-7 6 0,-1-1 0,-40 27 0,11-9 0,24-19 20,0 0 1,-1-2-1,0-1 0,-1-1 1,-49 16-1,-147 30-487,198-53 316,-33 6 181,-1-3-1,-1-2 0,1-3 0,-1-3 0,-66-6 0,95 0 15,1-1 0,-1-2 0,1-1 0,0-2 0,1 0 0,-51-29 0,35 17-31,13 6-13,7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53:08.481"/>
    </inkml:context>
    <inkml:brush xml:id="br0">
      <inkml:brushProperty name="width" value="0.1" units="cm"/>
      <inkml:brushProperty name="height" value="0.1" units="cm"/>
      <inkml:brushProperty name="color" value="#004F8B"/>
    </inkml:brush>
  </inkml:definitions>
  <inkml:trace contextRef="#ctx0" brushRef="#br0">0 1 8192,'1'96'12958,"2"-3"-7552,2-7-4191,37 264-5248,164 780-7342,-91-514 7204,-89-467 5103,-7 2 0,0 296 0,-20-366-349,2-45 2305,-1-1-1,-2 0 1,-2 1 0,-12 55-1,-14 13-2682,17-71-205</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53:11.534"/>
    </inkml:context>
    <inkml:brush xml:id="br0">
      <inkml:brushProperty name="width" value="0.1" units="cm"/>
      <inkml:brushProperty name="height" value="0.1" units="cm"/>
      <inkml:brushProperty name="color" value="#004F8B"/>
    </inkml:brush>
  </inkml:definitions>
  <inkml:trace contextRef="#ctx0" brushRef="#br0">1 737 8192,'106'0'4577,"303"-6"4937,-312-1-8204,0-3 0,107-27 1,-171 30-1311,0-2 0,0-1 0,-2-2 0,55-28 0,-78 36 0,0-1 0,0 0 0,-1 0 0,1-1 0,-1 0 0,-1 0 0,1-1 0,-1 0 0,0 0 0,-1-1 0,1 1 0,-2-1 0,1 0 0,-1 0 0,0-1 0,-1 1 0,0-1 0,0 0 0,-1 0 0,0 0 0,1-17 0,-3 10-337,-1 1 1,0 0-1,-1 0 0,-1 0 1,0 0-1,-1 0 1,-1 0-1,0 1 1,-1 0-1,-1 0 1,0 0-1,0 1 1,-2 0-1,0 1 1,0 0-1,-1 0 1,0 1-1,-1 0 1,-21-16-1,11 11-456,-1 1 1,0 1-1,-1 0 0,0 2 1,-1 1-1,0 1 0,-1 1 0,0 1 1,-1 1-1,-46-6 0,43 10 540,1 1 0,-1 2-1,0 0 1,0 2-1,0 1 1,1 2 0,0 0-1,-30 11 1,39-9 231,0 0-1,1 2 1,0 0-1,0 1 1,1 1 0,1 1-1,-1 0 1,2 1-1,0 1 1,1 0 0,0 1-1,-18 25 1,14-11 22,1 1 0,2 0 0,0 1 0,2 1 0,2 0 0,1 0 0,1 1 0,-6 47 0,1 37 0,1 127 0,13-56 0,8 0 0,8-1 0,9 0 0,8-2 0,8-1 0,73 203 0,-32-169 0,-62-173 0,2 0 0,43 63 0,-22-57 0,-41-49 0,0 0 0,0 0 0,0 0 0,1-1 0,-1 1 0,1-1 0,-1 1 0,1-1 0,-1 0 0,1 0 0,0 0 0,0 0 0,0 0 0,0 0 0,-1-1 0,1 0 0,0 1 0,4-1 0,-8-5 244,-11-2 211,-15-5-595,-42-1 4712,33 13-4144,6 10-3686,29-10 3252,1 0-1,0 0 1,0 0 0,0 0-1,-1 0 1,1 0-1,0 1 1,0-1 0,0 0-1,0 0 1,-1 0-1,1 0 1,0 0 0,0 0-1,0 1 1,0-1-1,0 0 1,-1 0-1,1 0 1,0 0 0,0 1-1,0-1 1,0 0-1,0 0 1,0 0 0,0 1-1,0-1 1,0 0-1,0 0 1,0 0 0,0 1-1,0-1 1,0 0-1,0 0 1,0 0 0,0 1-1,0-1 1,0 0-1,0 0 1,0 0-1,0 1 1,0-1 0,1 0-1,-1 0 1,0 0-1,0 1 1,12 5 159,16 1 527,58-1 11730,-49-5-9631,3-1-2779</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53:14.258"/>
    </inkml:context>
    <inkml:brush xml:id="br0">
      <inkml:brushProperty name="width" value="0.1" units="cm"/>
      <inkml:brushProperty name="height" value="0.1" units="cm"/>
      <inkml:brushProperty name="color" value="#004F8B"/>
    </inkml:brush>
  </inkml:definitions>
  <inkml:trace contextRef="#ctx0" brushRef="#br0">133 0 8192,'0'11'2900,"-2"-1"1,1 0-1,-1 1 1,-7 17-1,-3 22 620,4 0-3520,-37 202 0,28-174 0,3 1 0,3 0 0,4 1 0,3 93 0,4-82 0,4 70 0,-4-155-32,2 0 1,-1-1-1,1 1 1,-1 0-1,1-1 1,1 0-1,-1 1 1,1-1-1,0 0 1,0 0-1,1 0 1,-1-1-1,1 1 1,0-1-1,1 0 0,-1 0 1,1 0-1,-1-1 1,1 0-1,0 0 1,0 0-1,0 0 1,1-1-1,6 3 1,15 4-350,-1-2 0,1 0 0,51 5 0,-62-10 217,257 33-5386,-7-1-2216,-90-9 5536,14-9 10621,-109-15-8204,-46-2-2075</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53:15.883"/>
    </inkml:context>
    <inkml:brush xml:id="br0">
      <inkml:brushProperty name="width" value="0.1" units="cm"/>
      <inkml:brushProperty name="height" value="0.1" units="cm"/>
      <inkml:brushProperty name="color" value="#004F8B"/>
    </inkml:brush>
  </inkml:definitions>
  <inkml:trace contextRef="#ctx0" brushRef="#br0">0 0 8192,'15'0'18022,"27"8"-18022,20 1 0,8 8 0,6 7 0,-2 0 0,-7-4 0,-7 2 0,-7-2 0,-4 1 0,-4-1 0,-10-5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53:18.223"/>
    </inkml:context>
    <inkml:brush xml:id="br0">
      <inkml:brushProperty name="width" value="0.1" units="cm"/>
      <inkml:brushProperty name="height" value="0.1" units="cm"/>
      <inkml:brushProperty name="color" value="#004F8B"/>
    </inkml:brush>
  </inkml:definitions>
  <inkml:trace contextRef="#ctx0" brushRef="#br0">160 473 8192,'-1'9'2266,"-1"0"1,1 0-1,-2 0 1,1 0-1,-1 0 1,-7 14-1,-3 11-109,-110 404-2157,122-423 0,8-25 0,11-24 0,44-93-984,27-64-2388,-63 127-44,3 2-1,3 1 0,68-99 1,-86 143 3672,0 0 0,1 1 0,0 1 0,2 0 1,34-24-1,100-51 1229,-116 70-1646,-32 19 212,123-64-2159,-57 42 3811,-58 20 420,0 1 0,1 0-1,21 0 1,-29 2-1739,0 0 0,0 0 1,0 1-1,0-1 0,0 1 1,0 0-1,0 1 0,0-1 1,0 1-1,-1-1 0,1 1 1,0 0-1,-1 0 0,0 1 0,1-1 1,-1 1-1,3 3 0,-1 0-585,-1 0 1,1 0-1,-1 0 0,0 1 0,-1-1 0,0 1 0,0 0 0,4 13 0,-1 10-1978,0 0 0,-3 0 0,1 51 0,-3-64 2215,-4 303-5764,0-129 4029,0-147 1843,-1-1 0,-2 1 0,-2-1 0,-1-1 0,-3 1-1,-1-2 1,-2 0 0,-2 0 0,-30 51 0,39-78-202,1 1 0,-8 29 0,6-12-437</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53:19.620"/>
    </inkml:context>
    <inkml:brush xml:id="br0">
      <inkml:brushProperty name="width" value="0.1" units="cm"/>
      <inkml:brushProperty name="height" value="0.1" units="cm"/>
      <inkml:brushProperty name="color" value="#004F8B"/>
    </inkml:brush>
  </inkml:definitions>
  <inkml:trace contextRef="#ctx0" brushRef="#br0">1 1 8192,'14'0'18022,"20"0"-18022,12 0 0,5 0 0,1 0 0,-1 0 0,-2 0 0,-1 0 0,-10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54:18.351"/>
    </inkml:context>
    <inkml:brush xml:id="br0">
      <inkml:brushProperty name="width" value="0.1" units="cm"/>
      <inkml:brushProperty name="height" value="0.1" units="cm"/>
      <inkml:brushProperty name="color" value="#004F8B"/>
    </inkml:brush>
  </inkml:definitions>
  <inkml:trace contextRef="#ctx0" brushRef="#br0">174 1 8192,'33'0'3276,"0"1"1,0 1 0,45 9 0,-66-8-2868,0 1 1,0 0-1,-1 1 1,1 0-1,-1 1 1,0 0 0,0 0-1,-1 2 1,0-1-1,0 1 1,16 18 0,11 13-410,-2 2 0,-2 1 0,50 86 0,-73-106 0,0 0 0,-2 1 0,-1 0 0,-1 0 0,0 1 0,-2 0 0,-1 0 0,-1 0 0,-1 0 0,-1 1 0,-1-1 0,-1 0 0,-1 0 0,-2 0 0,0 0 0,-1-1 0,-2 0 0,0 0 0,-1-1 0,-2 0 0,0 0 0,-1-1 0,-1-1 0,-18 23 0,-14 7 0,-2-1 0,-2-3 0,-2-2 0,-2-2 0,-1-2 0,-100 53 0,4-24 0,134-56 0,19-8 0,12-4 0,22-5-44,-1-2 1,50-15-1,-50 12-385,1082-307-15281,-1042 293 14979,30-5 43,-72 21 3477,1 3 4082,-1 1-4873</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54:19.981"/>
    </inkml:context>
    <inkml:brush xml:id="br0">
      <inkml:brushProperty name="width" value="0.1" units="cm"/>
      <inkml:brushProperty name="height" value="0.1" units="cm"/>
      <inkml:brushProperty name="color" value="#004F8B"/>
    </inkml:brush>
  </inkml:definitions>
  <inkml:trace contextRef="#ctx0" brushRef="#br0">344 347 8192,'-78'143'11519,"-26"57"-5016,72-120-6503,3 3 0,3 0 0,4 1 0,4 1 0,4 1 0,3 1 0,5-1 0,3 1 0,4 1 0,16 119 0,-13-174-451,2-1 1,1 0-1,16 45 1,-21-71 404,1 1 0,-1-1 0,1 1 0,1-1 0,-1 0 0,1 0 0,0 0-1,0-1 1,1 1 0,0-1 0,0 0 0,0-1 0,0 1 0,1-1 0,0 0 0,-1 0 0,2-1 0,-1 1 0,0-1 0,1-1 0,-1 1 0,12 2 0,5-3 974,0 0 0,45-3 0,105-24-1140,-118 15 5,-1-2-1699,0-2 0,-1-2-1,0-3 1,61-31-1,19-18-5049,-98 48 6861,0-2 1,-2-1 0,-1-2-1,0-1 1,-2-1 0,-1-2-1,-2-1 1,0-1-1,-2-1 1,33-56 0,-34 47 94,-1-1 0,-3-1 0,-1 0 0,-2-2 0,-2 0 0,-2-1 0,-2 0 0,-2-1 0,5-75 0,-12 78 0,-2-1 0,-2 0 0,-2 1 0,-2-1 0,-1 1 0,-3 1 0,-1-1 0,-3 2 0,-1 0 0,-2 0 0,-2 2 0,-1 0 0,-3 1 0,-1 2 0,-32-40 0,-20-3 2983,56 62-1294,0 0-1,-1 2 1,-1 1-1,-1 0 1,0 2-1,-1 0 1,-46-16-1,54 24-1579,1 2 1,-1-1-1,1 2 0,-1 0 1,0 1-1,0 1 0,0 0 1,1 1-1,-1 1 0,0 0 1,1 1-1,-1 1 0,-16 6 1,-14 10-110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54:21.464"/>
    </inkml:context>
    <inkml:brush xml:id="br0">
      <inkml:brushProperty name="width" value="0.1" units="cm"/>
      <inkml:brushProperty name="height" value="0.1" units="cm"/>
      <inkml:brushProperty name="color" value="#004F8B"/>
    </inkml:brush>
  </inkml:definitions>
  <inkml:trace contextRef="#ctx0" brushRef="#br0">29 739 8192,'0'18'10554,"-2"0"-5082,0 2-2449,-2 10-3167,-5 44-1299,-2 183-1759,11 0 0,56 439 0,-42-601 741,34 118-1,-36-172 1974,1-1-1,3-1 0,1 0 0,1-1 0,30 44 0,-43-75 718,1 1 1,0-1 0,-1-1 0,2 1-1,-1-1 1,1 0 0,0 0 0,0-1-1,1 0 1,0 0 0,0-1 0,0 0-1,0 0 1,0-1 0,1 0 0,0-1-1,-1 0 1,18 2 0,-9-3 393,0-1 0,0-1 0,-1-1 0,1 0 0,-1-1 0,1-1 0,-1-1 0,0 0 0,20-10 0,-18 7 832,-1-1 0,0-1 0,27-20 0,-22 13-927,-1-2-1,19-22 0,2-9-762,56-86-1,-29 24-742,-5-2-1,-5-4 0,62-175 0,-15-53-2754,-35 1-3574,-36 27 5027,-32 266 2222,-3-1-1,-2 1 1,-3 0 0,-11-54 0,7 66 553,-2 2 0,-1-1 0,-2 2 0,-26-52 1,31 76-544,0 0 1,-1 1 0,0 0 0,-1 1 0,-1 0 0,1 0 0,-2 1 0,1 1 0,-1 0-1,-1 1 1,-25-12 0,8 6 998,-44-13 1,-28 0 6215,57 19-5994,0 1 1,-1 2 0,1 3-1,-1 1 1,-58 7 0,93-4-1174,0 1 0,0 0 0,0 0 0,0 1 0,0 1 0,1 0 0,0 0 0,-18 13 0,6-2 0,2 2 0,-33 32 0,-31 41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0:54:23.697"/>
    </inkml:context>
    <inkml:brush xml:id="br0">
      <inkml:brushProperty name="width" value="0.1" units="cm"/>
      <inkml:brushProperty name="height" value="0.1" units="cm"/>
      <inkml:brushProperty name="color" value="#004F8B"/>
    </inkml:brush>
  </inkml:definitions>
  <inkml:trace contextRef="#ctx0" brushRef="#br0">283 1 8192,'2'58'12851,"6"0"-7412,0-17-5605,2-1 1,2 0-1,2-1 1,27 56-1,-35-82-584,-1 0 0,0 1 0,4 17 0,-7-20-231,0-1 0,-1 1 0,0 0 0,-1 0 0,0 0 0,-1-1 0,0 1 0,0 0 0,-1-1 0,-1 1 0,0-1 0,-8 20-1,-20 26-726,-1-7 1708,21-30 0,-1 0 0,0-1 0,-1-1 0,-1-1 0,-18 18 0,10-18 0,0 0 0,-1-1 0,-42 20 0,-10 5 0,53-25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1:01:53.482"/>
    </inkml:context>
    <inkml:brush xml:id="br0">
      <inkml:brushProperty name="width" value="0.1" units="cm"/>
      <inkml:brushProperty name="height" value="0.1" units="cm"/>
      <inkml:brushProperty name="color" value="#004F8B"/>
    </inkml:brush>
  </inkml:definitions>
  <inkml:trace contextRef="#ctx0" brushRef="#br0">1681 2228 8192,'-36'-113'12852,"-3"3"-7462,-1 9-4150,-131-289-5600,168 384 4463,-60-131-116,-41-69-4424,-16 12 3650,28 78 7262,82 104-6259,-2 0 1,1 1-1,-1 0 1,-1 1-1,0 0 1,0 1-1,-1 1 1,-18-9-1,23 14-240,0 0 0,0 0-1,0 1 1,-1 0-1,1 0 1,-1 1 0,0 1-1,1 0 1,-1 0 0,1 1-1,-1 0 1,1 0 0,-1 1-1,1 0 1,-9 4 0,10-3 21,-54 16-555,1 3-1,2 2 0,0 3 0,-56 36 0,115-63 556,-47 29 331,3 3 0,-42 37 0,73-56-146,0 0-1,1 1 1,1 0-1,0 1 1,1 0-1,0 0 1,2 1 0,0 1-1,-12 32 1,4 0-182,2 1 0,2 0 0,3 1 0,2 0 0,2 0 0,2 56 0,3-99 4,1 0 0,0 0 0,1 0 0,0 0 0,0 0 0,1 0 0,0 0 1,0-1-1,0 0 0,1 1 0,1-1 0,-1 0 0,1-1 0,7 9 0,-3-7 3,-1-1-1,1 0 0,0 0 0,1-1 0,0 0 1,0 0-1,0-1 0,1-1 0,13 5 0,12 0-109,1-2 0,-1-1 0,1-2 0,0-2 0,51-2-1,-31-3-1037,-1-3-1,1-2 0,-1-3 0,-1-2 0,0-2 0,0-3 1,53-27-1,-21 4-956,-3-5 0,-1-3 0,107-85 0,-133 92 2098,-3-4 0,91-95 0,-50 35 2928,41-50 6533,-112 125-8053,-2-1 0,0-2 0,20-44 1,45-129-1409,23-46 0,-84 203-295,-11 25-82,-2 0-1,-1-1 1,-1 0 0,-1-1 0,12-50-1,-22 74 445,1 0-1,-1 0 1,0 0-1,0 0 0,0 0 1,0-1-1,-1 1 0,1 0 1,-1 0-1,0 0 0,0 0 1,0 0-1,0 0 0,0 0 1,-1 1-1,1-1 1,-1 0-1,0 1 0,-3-5 1,3 6-29,1 0 1,-1 0-1,0 0 1,0 0-1,0 0 0,0 0 1,1 1-1,-1-1 1,0 1-1,0-1 1,0 1-1,0 0 1,0 0-1,0 0 1,-1 0-1,1 0 1,0 0-1,0 0 1,0 1-1,1-1 0,-1 1 1,0 0-1,0-1 1,0 1-1,0 0 1,0 0-1,1 0 1,-1 0-1,0 0 1,1 1-1,-3 1 1,-13 13-39,2 1 0,0 0 0,0 1 0,2 0 0,0 1 0,1 1 0,-13 30 0,-15 21 0,-43 80-1875,-17 87-5261,23 9-1,35-81 5263,22-96 2080,12-44 605,1 2 0,1-1 0,-4 45 0,7 137 11169,8-120-9388,-4-83-2592,-1 0 0,1-1 0,0 1 0,0 0 0,1-1 0,0 1 0,0-1 0,0 1 0,1-1 0,0 0 0,0 0 0,0 0 0,0 0 0,1-1 0,0 1 0,0-1 0,0 0 0,6 4 0,-2-3 0,0 0 0,0-1 0,0 0 0,1-1 0,0 0 0,-1 0 0,1-1 0,0 0 0,0-1 0,0 0 0,10 0 0,73 2 0,126-14 0,-202 8 0,1-1 0,-1-1 0,0-1 0,-1 0 0,1 0 0,18-13 0,17-5 0,-5 4 0,58-35 0,-88 45 0,-1-1 0,0 0 0,-1-1 0,0 0 0,-1-1 0,23-29 0,1-12 0,-7 12 0,41-47 0,-44 55 0,-1 0 0,27-48 0,-42 61 79,2-3-74,-19 43-585,-39 107-6719,9-25-715,8-35 5801,10-25 2213,1-1 0,3 2 0,1 0 0,-12 77 0,20-82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1:01:54.540"/>
    </inkml:context>
    <inkml:brush xml:id="br0">
      <inkml:brushProperty name="width" value="0.1" units="cm"/>
      <inkml:brushProperty name="height" value="0.1" units="cm"/>
      <inkml:brushProperty name="color" value="#004F8B"/>
    </inkml:brush>
  </inkml:definitions>
  <inkml:trace contextRef="#ctx0" brushRef="#br0">0 0 8192</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1:01:56.607"/>
    </inkml:context>
    <inkml:brush xml:id="br0">
      <inkml:brushProperty name="width" value="0.1" units="cm"/>
      <inkml:brushProperty name="height" value="0.1" units="cm"/>
      <inkml:brushProperty name="color" value="#004F8B"/>
    </inkml:brush>
  </inkml:definitions>
  <inkml:trace contextRef="#ctx0" brushRef="#br0">867 224 8192,'-43'-45'8439,"-13"-11"-1566,46 47-6331,-1 1 0,-1 0 0,0 0 0,-12-5 0,-7-1-542,0 1 0,0 2 0,-1 1 0,-1 2 0,-45-6 0,54 10 0,0 2 0,0 1 0,-1 1 0,1 1 0,0 1 0,0 2 0,0 0 0,-28 9 0,42-9-55,0 0 1,1 1-1,-1 1 1,1-1 0,0 1-1,0 1 1,1 0 0,0 0-1,0 1 1,1 0-1,0 0 1,0 0 0,1 1-1,0 0 1,0 1 0,1-1-1,-7 21 1,-1 6-401,2 0 1,1 1-1,-8 65 1,-1 83-4748,18-160 3702,1 0 0,1 0-1,2 0 1,0 0 0,10 34-1,-11-52 1474,1 0-1,0 0 0,1 0 1,-1-1-1,1 1 0,1-1 1,-1 0-1,1 0 0,0-1 1,0 1-1,1-1 0,0 0 1,0-1-1,0 1 0,0-1 1,1 0-1,-1-1 0,1 0 1,0 0-1,0 0 0,1-1 1,-1 0-1,0 0 0,9 1 1,16 1 520,0-1 0,0-2 1,-1-1-1,42-5 0,-48 2-594,-1 0-1,1-2 1,-1-1-1,-1-1 0,1-1 1,-1-1-1,0-1 1,24-15-1,22-22 4057,-7-8 6161,130-126-8026,-106 103-2111,-55 47 21,-22 21 0,0 0 0,0 1 0,1 0 0,1 0 0,-1 1 0,1 1 0,22-11 0,-32 17 0,0 1 0,1-1 0,-1 1 0,1-1 0,-1 1 0,1 0 0,-1 0 0,1 0 0,-1 0 0,1 0 0,-1 0 0,1 0 0,-1 1 0,1-1 0,-1 0 0,0 1 0,1-1 0,-1 1 0,1-1 0,-1 1 0,0 0 0,0 0 0,1 0 0,0 0 0,0 2 0,1 0 0,-1 0 0,0-1 0,0 1 0,0 0 0,-1 0 0,1 1 0,-1-1 0,0 0 0,2 4 0,0 10 0,1-1 0,-2 1 0,1 22 0,-3-35 0,2 39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1:01:34.620"/>
    </inkml:context>
    <inkml:brush xml:id="br0">
      <inkml:brushProperty name="width" value="0.1" units="cm"/>
      <inkml:brushProperty name="height" value="0.1" units="cm"/>
      <inkml:brushProperty name="color" value="#004F8B"/>
    </inkml:brush>
  </inkml:definitions>
  <inkml:trace contextRef="#ctx0" brushRef="#br0">1 260 8192,'14'0'18022,"35"-8"-18022,37-9 0,56-10 0,26 1 0,21-11 0,7 1 0,-14 7-2971,-32 8 2971,-33 8-5849,-37-1 8820,-25 1-2971,-14 4 5849,-7 3-5849,-9 2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1:01:35.865"/>
    </inkml:context>
    <inkml:brush xml:id="br0">
      <inkml:brushProperty name="width" value="0.1" units="cm"/>
      <inkml:brushProperty name="height" value="0.1" units="cm"/>
      <inkml:brushProperty name="color" value="#004F8B"/>
    </inkml:brush>
  </inkml:definitions>
  <inkml:trace contextRef="#ctx0" brushRef="#br0">173 1 8192,'-8'18'3209,"1"1"0,1 0-1,-8 39 1,1 22 1183,6-35-3597,-22 200-795,-1 9 0,23-195-2181,2 111 0,1-16 520,-16-30 4938,12-81-1904,-4 49 0,10-50-1373,1-5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1:01:37.974"/>
    </inkml:context>
    <inkml:brush xml:id="br0">
      <inkml:brushProperty name="width" value="0.1" units="cm"/>
      <inkml:brushProperty name="height" value="0.1" units="cm"/>
      <inkml:brushProperty name="color" value="#004F8B"/>
    </inkml:brush>
  </inkml:definitions>
  <inkml:trace contextRef="#ctx0" brushRef="#br0">262 49 8192,'-1'5'1166,"0"-1"0,0 1 0,0-1 1,-1 1-1,0-1 0,0 1 0,0-1 1,0 0-1,-1 0 0,0 0 0,0 0 0,0 0 1,-4 4-1,-10 14 529,-24 48-1695,3 3 0,-30 79 0,37-80 0,24-53 0,1 0 0,0 0 0,1 1 0,2 0 0,-4 37 0,7 105 0,2-93 0,-2-1 46,4 0 1,15 91-1,-15-138-104,1 0 0,1-1 0,1 0-1,0 0 1,1 0 0,2-1 0,0 0-1,1-1 1,0-1 0,2 1 0,27 28-1,47 30-2591,-42-43-1626,1-2 0,93 48 0,-51-41 2496,-68-30 1731,1-1 0,0-1 1,0 0-1,1-2 0,-1-1 0,1-1 0,0 0 1,37-3-1,-46 0 218,0-1 1,0 0-1,-1-1 0,1 0 1,-1-1-1,1-1 1,-1 0-1,-1 0 1,1-1-1,-1-1 0,0 0 1,0 0-1,-1-1 1,0 0-1,16-17 1,-11 6-325,0 0 0,-1-1 0,-1-1 1,-1 0-1,-1-1 0,-1 0 0,-1 0 1,-1-1-1,-1 0 0,-1-1 0,0 1 1,-2-1-1,-1-1 0,-1 1 0,-2-38 1,0 4 154,-7-369 0,4 401 72,0 1 0,-2 0 0,-1 1 1,0-1-1,-2 1 0,-1 0 0,-1 1 0,-1 0 1,-1 1-1,-1 0 0,-26-34 0,12 23 158,-1 2 0,-2 1 0,-1 1 0,-1 1 0,-1 2 0,-45-26 0,51 35 1715,-134-76 10363,105 67-11380,-3 6-3424,23 8 3039,7 3-79,1 1-1,-1 1 1,-1 1-1,-37-2 1,48 7-464,0-1 0,0 1 0,0 1 0,0 1 0,0 1 0,-28 6 0,19 2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1:01:39.786"/>
    </inkml:context>
    <inkml:brush xml:id="br0">
      <inkml:brushProperty name="width" value="0.1" units="cm"/>
      <inkml:brushProperty name="height" value="0.1" units="cm"/>
      <inkml:brushProperty name="color" value="#004F8B"/>
    </inkml:brush>
  </inkml:definitions>
  <inkml:trace contextRef="#ctx0" brushRef="#br0">0 1 8192,'45'58'12332,"0"-5"-6804,8 7-3736,28 27-3952,18 18 2130,320 376-7371,-332-375 9022,-2 0 3805,-62-74-5296,-2 0 1,-1 1-1,-2 1 1,-1 1-1,-1 1 1,12 44 0,-22-61-131,-1 1 0,-1 0 0,0 0 0,-2 0 0,0 0 0,-1 1 0,-2-1 0,0 1 0,-4 23 0,3-34 0,-1 0 0,0 0 0,0 0 0,-1 0 0,0-1 0,0 1 0,-1-1 0,-1 0 0,1-1 0,-2 1 0,1-1 0,-1 0 0,0-1 0,-1 0 0,1 0 0,-1 0 0,-1-1 0,1 0 0,-17 7 0,9-6 0,-1-1 0,1 0 0,-1-1 0,0-1 0,0-1 0,-1-1 0,1 0 0,-21-1 0,8-2 0,-1-1 0,1-1 0,-54-13 0,69 11 0,1-1 0,0 0 0,0-1 0,0-1 0,1 0 0,0-1 0,0 0 0,1-1 0,1 0 0,0-1 0,0 0 0,1-1 0,0 0 0,1 0 0,-11-20 0,-3-9 0,2-1 0,1-1 0,-24-80 0,34 79-1059,2 1 0,2-2 1,2 1-1,1-1 0,7-77 1,-2 33-1761,7 2-3253,10 20 8820,-11 46-583,1 1 1,1 1-1,0 0 1,2 0-1,19-25 1,3 6-1675,4 1-3956,18-19-4594,93-121 1,-60 67 9124,-67 84 1410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1:01:42.287"/>
    </inkml:context>
    <inkml:brush xml:id="br0">
      <inkml:brushProperty name="width" value="0.1" units="cm"/>
      <inkml:brushProperty name="height" value="0.1" units="cm"/>
      <inkml:brushProperty name="color" value="#004F8B"/>
    </inkml:brush>
  </inkml:definitions>
  <inkml:trace contextRef="#ctx0" brushRef="#br0">0 50 8192,'2'38'4904,"1"0"1,10 41-1,2 25-1595,-4 53-3309,14 114 0,-13-154 0,-7 207 0,-6-219 0,23-361 0,1 16 0,-23 212 0,0 3 0,0 0 0,2 0 0,1 1 0,1-1 0,11-39 0,6 4-1856,20-103 1,-37 145-556,1 0 0,1 0 0,1 0 0,0 1 0,16-26 0,8-9 3028,-5 7 9479,-21 37-9014,0 0-1,1 1 1,-1 0-1,1 0 1,14-12-1,-12 12-1764,1 1-1,0 0 0,0 0 0,1 1 1,0 0-1,0 1 0,18-5 0,35-3-3124,-19 9 4076,-8 4 2904,-1 2 3576,-30-2-6744,0-1 0,0 1 0,-1 1 0,1-1 0,-1 1 1,1 0-1,-1 0 0,0 0 0,0 0 0,1 1 0,-2-1 0,1 1 0,0 0 0,0 1 0,5 6 0,-3-2-2,-1-1 0,0 1 0,0 1 0,-1-1 0,0 1 0,0-1 0,3 16 0,0 8-6,-2 0 0,0 0 0,-1 54 0,-7 306-2298,0-347 3070,-15 60-10031,7-51 8986,6-27 3680,2 0 3293,-19 91-5483,13-84-1293,3 0 1,-4 39 0,9-33 79,0-4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1:01:45.319"/>
    </inkml:context>
    <inkml:brush xml:id="br0">
      <inkml:brushProperty name="width" value="0.1" units="cm"/>
      <inkml:brushProperty name="height" value="0.1" units="cm"/>
      <inkml:brushProperty name="color" value="#004F8B"/>
    </inkml:brush>
  </inkml:definitions>
  <inkml:trace contextRef="#ctx0" brushRef="#br0">952 664 8192,'-32'-135'13903,"6"23"-9784,-58-160-4119,81 261 15,-1 0 1,0 0-1,-1 1 1,0-1-1,-1 1 1,0 0-1,-1 1 1,-8-10-1,11 14-56,-1 1 0,0 0 0,0 1 0,0-1 0,0 1 0,0 0 0,-1 0-1,0 1 1,1-1 0,-1 1 0,0 1 0,0-1 0,0 1 0,0 0 0,0 0-1,-12 1 1,-21-1-5,-1 3-1,-50 8 0,72-7 135,0 1-1,0 1 1,0 0-1,1 2 0,0 0 1,0 1-1,-18 11 1,24-10-88,1 1 0,0 0 0,0 0 0,1 1 0,1 0 0,0 1 0,0 0 0,-8 20 0,-11 13 0,-8 11-112,2 1 0,3 2 0,2 2 0,-29 92 0,50-127-563,1 0-1,-4 52 1,12 121 2008,1-92-1217,-3-92 13,1-1 1,0 1-1,1 0 1,0 0-1,1-1 1,1 1-1,7 18 1,-8-27-126,-1-1 1,1 0 0,0 0-1,0-1 1,1 1-1,0 0 1,-1-1-1,1 0 1,1 0 0,-1 0-1,1-1 1,-1 1-1,1-1 1,0 0 0,0 0-1,1-1 1,-1 0-1,0 0 1,1 0-1,-1 0 1,11 1 0,3 0-846,0 0 0,1-2 1,-1 0-1,1-1 1,-1-1-1,0 0 1,1-2-1,-1 0 1,0-1-1,0-1 0,-1-1 1,1-1-1,-1 0 1,-1-2-1,1 0 1,-2 0-1,1-2 0,-1 0 1,26-24-1,122-106-369,-142 126 1210,-2-2 0,0 0 0,-1-1 0,-1-1 0,30-40 0,-21 28 2616,-18 22-361,1 1 0,1 0 0,-1 1 1,1 0-1,19-9 0,1 4-380,-29 12-1875,0-1 0,0 0 0,0 1 0,0 0 0,-1-1 0,1 1 0,0 0 0,0 0 0,0 0 0,0 0 0,0 1 0,0-1 0,0 0 0,-1 1 0,1-1 0,0 1 0,0 0 0,0 0 0,-1-1 0,1 1 0,0 0 0,-1 0 0,1 1 0,-1-1 0,0 0 0,1 0 0,-1 1 0,0-1 0,1 1 0,-1-1 0,0 1 0,0-1 0,0 1 0,-1 0 0,1 0 0,0-1 0,-1 1 0,1 0 0,-1 0 0,1 0 0,-1 2 0,3 11 0,-1 0 0,0 0 0,-1 0 0,-1 17 0,-1-22 0,-2 91 0,2 66 0,1-163 0,1 0 0,-1 0 0,1 0 0,0 0 0,0 0 0,0 0 0,1 0 0,-1 0 0,1-1 0,0 1 0,0-1 0,0 1 0,1-1 0,-1 0 0,1 0 0,0 0 0,-1 0 0,1-1 0,1 1 0,-1-1 0,0 1 0,1-1 0,-1 0 0,1 0 0,-1-1 0,1 1 0,0-1 0,0 0 0,0 0 0,7 1 0,21 3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1:01:47.736"/>
    </inkml:context>
    <inkml:brush xml:id="br0">
      <inkml:brushProperty name="width" value="0.1" units="cm"/>
      <inkml:brushProperty name="height" value="0.1" units="cm"/>
      <inkml:brushProperty name="color" value="#004F8B"/>
    </inkml:brush>
  </inkml:definitions>
  <inkml:trace contextRef="#ctx0" brushRef="#br0">1128 1636 8192,'0'-5'1280,"-1"1"1,0-1-1,0 0 0,0 1 1,0-1-1,-1 1 0,0 0 1,0-1-1,-5-7 1,-15-20 3118,10 15-3580,-9-15-819,-2 2 0,-1 1 0,-2 0 0,-1 2 0,-1 1 0,0 2 0,-3 0 0,0 2 0,0 2 0,-2 1 0,-50-22 0,44 22 0,-2 2 0,0 2 0,-64-16 0,92 28 0,0 1 0,-1 1 0,1 0 0,0 0 0,-1 2 0,1-1 0,0 2 0,-1 0 0,1 0 0,0 1 0,0 1 0,1 0 0,-1 1 0,1 0 0,-23 14 0,18-8 0,1 2 0,0 0 0,1 0 0,0 2 0,1-1 0,1 2 0,1 0 0,0 1 0,1 0 0,0 0 0,2 1 0,-15 38 0,12-20 0,2 0 0,2 0 0,1 1 0,2 0 0,1 0 0,2 48 0,3-59 0,0 0 0,2-1 0,1 1 0,1-1 0,2 0 0,0 0 0,1-1 0,2 0 0,0-1 0,14 23 0,-15-30 0,1-1 0,1 0 0,0-1 0,1 0 0,1-1 0,0-1 0,0 1 0,2-2 0,-1 0 0,1-1 0,1-1 0,0 0 0,0-1 0,33 12 0,-10-8-843,1-2 1,0-2-1,0-1 0,1-2 1,0-2-1,0-1 1,43-5-1,-52-1-30,0-1 0,-1-1 0,1-2 1,-2-1-1,1-1 0,-1-2 0,0-1 0,-1-1 0,41-27 0,-19 4 305,-1-3 1,-2-1-1,57-65 0,112-157 287,-158 180 281,79-149 0,21-99 0,-134 267 1191,-2 0 0,-3-1 0,-2-2 0,11-92 0,-16 37 3620,-2-189 0,-11 299-4301,-1 0-1,0 0 0,-1 0 0,0 0 0,-5-15 1,6 24-527,1 1 1,-1 0-1,0 0 1,0 0-1,0 0 1,0 0-1,0 0 1,0 0-1,0 0 1,0 0-1,-1 0 1,1 1-1,-1-1 0,0 1 1,1-1-1,-1 1 1,0-1-1,0 1 1,0 0-1,0 0 1,0 0-1,0 0 1,0 0-1,0 1 1,0-1-1,-1 1 1,1-1-1,0 1 1,0 0-1,0 0 1,-1 0-1,1 0 1,0 0-1,0 0 1,-1 0-1,-2 2 1,0 0 16,0 0 0,1 1 0,-1-1 0,1 1 0,0 0 0,0 0 0,0 1 0,0-1 0,1 1 0,-1 0 0,1 0 0,0 0 0,-5 8 0,-33 66 0,37-67 0,-92 229 0,42-95 0,24-71 64,-60 169-688,48-110-1812,-36 129 4744,53-128-5272,20-88-2455,0 46 0,4-25 7794,3 92 7905,8-95-8445,-8-59-1835,0 0 0,0 1 0,0-1 0,0 0 0,1 0 0,0-1 0,0 1 0,0 0 0,0-1 0,1 0 0,0 0 0,0 0 0,0 0 0,0-1 0,0 1 0,1-1 0,0 0 0,-1 0 0,1-1 0,0 0 0,1 0 0,-1 0 0,0 0 0,1-1 0,9 2 0,13 0 0,0 0 0,0-2 0,0-2 0,30-3 0,-1 0 0,-14 3 0,-5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1:01:49.895"/>
    </inkml:context>
    <inkml:brush xml:id="br0">
      <inkml:brushProperty name="width" value="0.1" units="cm"/>
      <inkml:brushProperty name="height" value="0.1" units="cm"/>
      <inkml:brushProperty name="color" value="#004F8B"/>
    </inkml:brush>
  </inkml:definitions>
  <inkml:trace contextRef="#ctx0" brushRef="#br0">1210 89 8192,'-49'-10'15063,"19"3"-12104,-42-7-2959,-240-36 0,265 45 0,-1 3 0,1 1 0,-1 3 0,-76 13 0,119-14 0,-22 4 0,-1 1 0,1 1 0,-29 12 0,48-16 0,0 1 0,1 0 0,-1 1 0,1-1 0,0 2 0,0-1 0,0 1 0,1 0 0,0 0 0,0 0 0,0 1 0,1 0 0,0 0 0,-5 11 0,-4 15 0,1 1 0,2 0 0,-12 61 0,-14 43 0,17-83-80,3 1 0,2 1 0,3 1 0,2 0 0,3 0 0,0 70 0,7-97 422,-1-10-254,1-1 0,1 1 0,5 26 0,-4-41-97,0 1 0,0-1 0,0 0 0,1 0 0,-1 1 0,2-1 0,-1-1 0,1 1 0,-1-1 0,1 1 0,1-1 0,-1 0 0,1 0 1,6 4-1,7 4-833,0-2 1,0 0 0,1-1-1,1-1 1,-1-1 0,1 0-1,36 7 1,-9-5-2066,0-2 1,65 2-1,-57-6 2479,-1-3-1,1-2 1,0-2-1,0-3 0,99-23 1,-96 11 4596,73-32 0,-105 37-2727,0 0 1,-2-2-1,0 0 0,-1-2 0,22-20 1,-16 10-1330,-1-2 1,-2 0-1,-1-2 0,-1-1 1,32-57-1,-43 64-71,0-1-1,-2-1 0,-1 0 1,-1 0-1,-1-1 1,-1 0-1,-2 0 0,3-43 1,-8 60-41,0 0 0,-1 1 0,0-1 0,0 1 0,-1-1 0,-1 1 0,0 0 0,0 0 0,-1 0 0,0 0 0,-1 1 0,0 0 0,-11-16 0,-4 0 0,-2 2 0,0 0 0,-31-24 0,32 28 0,14 14 0,1-1 0,-2 1 0,1 1 0,0 0 0,-1 0 0,0 0 0,0 1 0,0 0 0,-10-3 0,-12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1:02:02.028"/>
    </inkml:context>
    <inkml:brush xml:id="br0">
      <inkml:brushProperty name="width" value="0.1" units="cm"/>
      <inkml:brushProperty name="height" value="0.1" units="cm"/>
      <inkml:brushProperty name="color" value="#004F8B"/>
    </inkml:brush>
  </inkml:definitions>
  <inkml:trace contextRef="#ctx0" brushRef="#br0">0 0 8192</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0T11:02:16.158"/>
    </inkml:context>
    <inkml:brush xml:id="br0">
      <inkml:brushProperty name="width" value="0.1" units="cm"/>
      <inkml:brushProperty name="height" value="0.1" units="cm"/>
      <inkml:brushProperty name="color" value="#004F8B"/>
    </inkml:brush>
  </inkml:definitions>
  <inkml:trace contextRef="#ctx0" brushRef="#br0">0 390 8192,'257'-2'13143,"-4"-4"-8871,565-36-9331,-463 14 9811,21 19-3756,-281 10-1078,-69-3 82,1-1 0,-1 0 0,35-11 0,-29 6 0,57-5 0,83-10 110,-52 5-716,-41 4-1606,41-16 4088,22-4-3520,-140 34 1686,194-37 2339,2 5-4703,-80 16-5400,163 1 1,-216 13 7595,63-12-1,25-2 176,964 7-49,-150 85 556,-966-76-553,153 11 2551,201-10 9261,-161-3-8721,-166 0-3094,0 0 0,0-3 0,30-7 0,-26 4 0,52-4 0,-49 10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E2F233-3653-44BE-BFF5-FF6A8C22F3C9}" type="datetimeFigureOut">
              <a:rPr lang="en-IN" smtClean="0"/>
              <a:t>10-08-2026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D354F7-035F-4A36-9C19-21228F17740B}" type="slidenum">
              <a:rPr lang="en-IN" smtClean="0"/>
              <a:t>‹#›</a:t>
            </a:fld>
            <a:endParaRPr lang="en-IN"/>
          </a:p>
        </p:txBody>
      </p:sp>
    </p:spTree>
    <p:extLst>
      <p:ext uri="{BB962C8B-B14F-4D97-AF65-F5344CB8AC3E}">
        <p14:creationId xmlns:p14="http://schemas.microsoft.com/office/powerpoint/2010/main" val="82417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D354F7-035F-4A36-9C19-21228F17740B}" type="slidenum">
              <a:rPr lang="en-IN" smtClean="0"/>
              <a:t>22</a:t>
            </a:fld>
            <a:endParaRPr lang="en-IN"/>
          </a:p>
        </p:txBody>
      </p:sp>
    </p:spTree>
    <p:extLst>
      <p:ext uri="{BB962C8B-B14F-4D97-AF65-F5344CB8AC3E}">
        <p14:creationId xmlns:p14="http://schemas.microsoft.com/office/powerpoint/2010/main" val="20341892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IN"/>
            </a:br>
            <a:r>
              <a:rPr lang="en-IN"/>
              <a:t>Sales </a:t>
            </a:r>
            <a:r>
              <a:rPr lang="en-IN" dirty="0"/>
              <a:t>force: </a:t>
            </a:r>
            <a:r>
              <a:rPr lang="en-US" sz="1200" b="0" i="0" kern="1200" dirty="0">
                <a:solidFill>
                  <a:schemeClr val="tx1"/>
                </a:solidFill>
                <a:effectLst/>
                <a:latin typeface="+mn-lt"/>
                <a:ea typeface="+mn-ea"/>
                <a:cs typeface="+mn-cs"/>
              </a:rPr>
              <a:t>a group of employees whose job involves selling or promoting their company's products and services.</a:t>
            </a:r>
            <a:br>
              <a:rPr lang="en-IN" dirty="0"/>
            </a:br>
            <a:r>
              <a:rPr lang="en-IN" dirty="0"/>
              <a:t>sales promotion: </a:t>
            </a:r>
            <a:r>
              <a:rPr lang="en-US" sz="1200" b="0" i="0" kern="1200" dirty="0">
                <a:solidFill>
                  <a:schemeClr val="tx1"/>
                </a:solidFill>
                <a:effectLst/>
                <a:latin typeface="+mn-lt"/>
                <a:ea typeface="+mn-ea"/>
                <a:cs typeface="+mn-cs"/>
              </a:rPr>
              <a:t>a short-term marketing strategy used to boost immediate sales, increase demand, or introduce products by providing incentives to consumers, retailers, or salespeople</a:t>
            </a:r>
            <a:endParaRPr lang="en-IN" dirty="0"/>
          </a:p>
        </p:txBody>
      </p:sp>
      <p:sp>
        <p:nvSpPr>
          <p:cNvPr id="4" name="Slide Number Placeholder 3"/>
          <p:cNvSpPr>
            <a:spLocks noGrp="1"/>
          </p:cNvSpPr>
          <p:nvPr>
            <p:ph type="sldNum" sz="quarter" idx="5"/>
          </p:nvPr>
        </p:nvSpPr>
        <p:spPr/>
        <p:txBody>
          <a:bodyPr/>
          <a:lstStyle/>
          <a:p>
            <a:fld id="{4CD354F7-035F-4A36-9C19-21228F17740B}" type="slidenum">
              <a:rPr lang="en-IN" smtClean="0"/>
              <a:t>60</a:t>
            </a:fld>
            <a:endParaRPr lang="en-IN"/>
          </a:p>
        </p:txBody>
      </p:sp>
    </p:spTree>
    <p:extLst>
      <p:ext uri="{BB962C8B-B14F-4D97-AF65-F5344CB8AC3E}">
        <p14:creationId xmlns:p14="http://schemas.microsoft.com/office/powerpoint/2010/main" val="15382275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Expeditious: done with speed and efficiency. </a:t>
            </a:r>
          </a:p>
        </p:txBody>
      </p:sp>
      <p:sp>
        <p:nvSpPr>
          <p:cNvPr id="4" name="Slide Number Placeholder 3"/>
          <p:cNvSpPr>
            <a:spLocks noGrp="1"/>
          </p:cNvSpPr>
          <p:nvPr>
            <p:ph type="sldNum" sz="quarter" idx="5"/>
          </p:nvPr>
        </p:nvSpPr>
        <p:spPr/>
        <p:txBody>
          <a:bodyPr/>
          <a:lstStyle/>
          <a:p>
            <a:fld id="{4CD354F7-035F-4A36-9C19-21228F17740B}" type="slidenum">
              <a:rPr lang="en-IN" smtClean="0"/>
              <a:t>62</a:t>
            </a:fld>
            <a:endParaRPr lang="en-IN"/>
          </a:p>
        </p:txBody>
      </p:sp>
    </p:spTree>
    <p:extLst>
      <p:ext uri="{BB962C8B-B14F-4D97-AF65-F5344CB8AC3E}">
        <p14:creationId xmlns:p14="http://schemas.microsoft.com/office/powerpoint/2010/main" val="6253265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Elicit: manage to get information. </a:t>
            </a:r>
          </a:p>
        </p:txBody>
      </p:sp>
      <p:sp>
        <p:nvSpPr>
          <p:cNvPr id="4" name="Slide Number Placeholder 3"/>
          <p:cNvSpPr>
            <a:spLocks noGrp="1"/>
          </p:cNvSpPr>
          <p:nvPr>
            <p:ph type="sldNum" sz="quarter" idx="5"/>
          </p:nvPr>
        </p:nvSpPr>
        <p:spPr/>
        <p:txBody>
          <a:bodyPr/>
          <a:lstStyle/>
          <a:p>
            <a:fld id="{4CD354F7-035F-4A36-9C19-21228F17740B}" type="slidenum">
              <a:rPr lang="en-IN" smtClean="0"/>
              <a:t>63</a:t>
            </a:fld>
            <a:endParaRPr lang="en-IN"/>
          </a:p>
        </p:txBody>
      </p:sp>
    </p:spTree>
    <p:extLst>
      <p:ext uri="{BB962C8B-B14F-4D97-AF65-F5344CB8AC3E}">
        <p14:creationId xmlns:p14="http://schemas.microsoft.com/office/powerpoint/2010/main" val="13890404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78C0B-4674-A6E5-98EE-3E0A37A7600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DBDC33E-5515-3B08-A1C9-3B08B04A73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76A6168-8D13-EA74-B0A2-DCD85AB09493}"/>
              </a:ext>
            </a:extLst>
          </p:cNvPr>
          <p:cNvSpPr>
            <a:spLocks noGrp="1"/>
          </p:cNvSpPr>
          <p:nvPr>
            <p:ph type="dt" sz="half" idx="10"/>
          </p:nvPr>
        </p:nvSpPr>
        <p:spPr/>
        <p:txBody>
          <a:bodyPr/>
          <a:lstStyle/>
          <a:p>
            <a:fld id="{75448EA4-4DB1-4FEB-AECF-552EEDB16093}" type="datetimeFigureOut">
              <a:rPr lang="en-IN" smtClean="0"/>
              <a:t>10-08-2026</a:t>
            </a:fld>
            <a:endParaRPr lang="en-IN"/>
          </a:p>
        </p:txBody>
      </p:sp>
      <p:sp>
        <p:nvSpPr>
          <p:cNvPr id="5" name="Footer Placeholder 4">
            <a:extLst>
              <a:ext uri="{FF2B5EF4-FFF2-40B4-BE49-F238E27FC236}">
                <a16:creationId xmlns:a16="http://schemas.microsoft.com/office/drawing/2014/main" id="{0ACD4FE2-64B6-2A90-3DC9-0BCD3A5480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359364-21F2-468A-07FD-FCE95F9502EC}"/>
              </a:ext>
            </a:extLst>
          </p:cNvPr>
          <p:cNvSpPr>
            <a:spLocks noGrp="1"/>
          </p:cNvSpPr>
          <p:nvPr>
            <p:ph type="sldNum" sz="quarter" idx="12"/>
          </p:nvPr>
        </p:nvSpPr>
        <p:spPr/>
        <p:txBody>
          <a:bodyPr/>
          <a:lstStyle/>
          <a:p>
            <a:fld id="{5721E972-0DBC-4911-A10C-C7172303CA11}" type="slidenum">
              <a:rPr lang="en-IN" smtClean="0"/>
              <a:t>‹#›</a:t>
            </a:fld>
            <a:endParaRPr lang="en-IN"/>
          </a:p>
        </p:txBody>
      </p:sp>
    </p:spTree>
    <p:extLst>
      <p:ext uri="{BB962C8B-B14F-4D97-AF65-F5344CB8AC3E}">
        <p14:creationId xmlns:p14="http://schemas.microsoft.com/office/powerpoint/2010/main" val="24759693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C0331D-5BF1-A847-6661-FF22863704E3}"/>
              </a:ext>
            </a:extLst>
          </p:cNvPr>
          <p:cNvSpPr>
            <a:spLocks noGrp="1"/>
          </p:cNvSpPr>
          <p:nvPr>
            <p:ph idx="1"/>
          </p:nvPr>
        </p:nvSpPr>
        <p:spPr>
          <a:xfrm>
            <a:off x="217715" y="1175661"/>
            <a:ext cx="11727542" cy="500130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pic>
        <p:nvPicPr>
          <p:cNvPr id="8" name="Picture 7" descr="A close-up of a logo&#10;&#10;Description automatically generated">
            <a:extLst>
              <a:ext uri="{FF2B5EF4-FFF2-40B4-BE49-F238E27FC236}">
                <a16:creationId xmlns:a16="http://schemas.microsoft.com/office/drawing/2014/main" id="{9B1B1363-C691-78F8-EF28-A8155D45F95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cxnSp>
        <p:nvCxnSpPr>
          <p:cNvPr id="9" name="Straight Connector 8">
            <a:extLst>
              <a:ext uri="{FF2B5EF4-FFF2-40B4-BE49-F238E27FC236}">
                <a16:creationId xmlns:a16="http://schemas.microsoft.com/office/drawing/2014/main" id="{5B902227-E54D-B643-D46C-38A97C78AEAD}"/>
              </a:ext>
            </a:extLst>
          </p:cNvPr>
          <p:cNvCxnSpPr>
            <a:cxnSpLocks/>
          </p:cNvCxnSpPr>
          <p:nvPr userDrawn="1"/>
        </p:nvCxnSpPr>
        <p:spPr>
          <a:xfrm>
            <a:off x="0" y="958646"/>
            <a:ext cx="12206980" cy="0"/>
          </a:xfrm>
          <a:prstGeom prst="line">
            <a:avLst/>
          </a:prstGeom>
          <a:ln w="38100">
            <a:solidFill>
              <a:srgbClr val="D4222A"/>
            </a:solidFill>
          </a:ln>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9186A1FD-01D7-CDF6-B4D1-33509286253B}"/>
              </a:ext>
            </a:extLst>
          </p:cNvPr>
          <p:cNvSpPr>
            <a:spLocks noGrp="1"/>
          </p:cNvSpPr>
          <p:nvPr>
            <p:ph type="title"/>
          </p:nvPr>
        </p:nvSpPr>
        <p:spPr>
          <a:xfrm>
            <a:off x="1984828" y="92983"/>
            <a:ext cx="10160001" cy="764041"/>
          </a:xfrm>
        </p:spPr>
        <p:txBody>
          <a:bodyPr/>
          <a:lstStyle>
            <a:lvl1pPr>
              <a:defRPr>
                <a:solidFill>
                  <a:srgbClr val="D4222A"/>
                </a:solidFill>
              </a:defRPr>
            </a:lvl1pPr>
          </a:lstStyle>
          <a:p>
            <a:r>
              <a:rPr lang="en-US"/>
              <a:t>Click to edit Master title style</a:t>
            </a:r>
            <a:endParaRPr lang="en-IN"/>
          </a:p>
        </p:txBody>
      </p:sp>
      <p:sp>
        <p:nvSpPr>
          <p:cNvPr id="11" name="Footer Placeholder 4">
            <a:extLst>
              <a:ext uri="{FF2B5EF4-FFF2-40B4-BE49-F238E27FC236}">
                <a16:creationId xmlns:a16="http://schemas.microsoft.com/office/drawing/2014/main" id="{A30F79E1-9D56-B020-3E3E-72B959F476D5}"/>
              </a:ext>
            </a:extLst>
          </p:cNvPr>
          <p:cNvSpPr txBox="1">
            <a:spLocks/>
          </p:cNvSpPr>
          <p:nvPr userDrawn="1"/>
        </p:nvSpPr>
        <p:spPr>
          <a:xfrm>
            <a:off x="0" y="6383439"/>
            <a:ext cx="12192000" cy="386069"/>
          </a:xfrm>
          <a:prstGeom prst="rect">
            <a:avLst/>
          </a:prstGeom>
          <a:gradFill flip="none" rotWithShape="1">
            <a:gsLst>
              <a:gs pos="0">
                <a:srgbClr val="D4222A">
                  <a:tint val="66000"/>
                  <a:satMod val="160000"/>
                </a:srgbClr>
              </a:gs>
              <a:gs pos="50000">
                <a:srgbClr val="D4222A">
                  <a:tint val="44500"/>
                  <a:satMod val="160000"/>
                </a:srgbClr>
              </a:gs>
              <a:gs pos="100000">
                <a:srgbClr val="D4222A">
                  <a:tint val="23500"/>
                  <a:satMod val="160000"/>
                </a:srgbClr>
              </a:gs>
            </a:gsLst>
            <a:lin ang="13500000" scaled="1"/>
            <a:tileRect/>
          </a:gradFill>
          <a:ln>
            <a:solidFill>
              <a:srgbClr val="D4222A"/>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FAC6C7"/>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Subject: Project Management       By: Ms. Priya Bharti</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0275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20746-2CE1-56A0-E21D-E04BE15EA6E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8544C42-B4A5-8CC3-CFC1-2D05AAA6DEA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03CB838-9622-6884-5F1C-C5A38F8CAC50}"/>
              </a:ext>
            </a:extLst>
          </p:cNvPr>
          <p:cNvSpPr>
            <a:spLocks noGrp="1"/>
          </p:cNvSpPr>
          <p:nvPr>
            <p:ph type="dt" sz="half" idx="10"/>
          </p:nvPr>
        </p:nvSpPr>
        <p:spPr/>
        <p:txBody>
          <a:bodyPr/>
          <a:lstStyle/>
          <a:p>
            <a:fld id="{75448EA4-4DB1-4FEB-AECF-552EEDB16093}" type="datetimeFigureOut">
              <a:rPr lang="en-IN" smtClean="0"/>
              <a:t>10-08-2026</a:t>
            </a:fld>
            <a:endParaRPr lang="en-IN"/>
          </a:p>
        </p:txBody>
      </p:sp>
      <p:sp>
        <p:nvSpPr>
          <p:cNvPr id="5" name="Footer Placeholder 4">
            <a:extLst>
              <a:ext uri="{FF2B5EF4-FFF2-40B4-BE49-F238E27FC236}">
                <a16:creationId xmlns:a16="http://schemas.microsoft.com/office/drawing/2014/main" id="{79D7CBDF-40B8-FD01-9DD7-36D92983F0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D894E4-FFAB-B91C-74C9-DAA9E0863C23}"/>
              </a:ext>
            </a:extLst>
          </p:cNvPr>
          <p:cNvSpPr>
            <a:spLocks noGrp="1"/>
          </p:cNvSpPr>
          <p:nvPr>
            <p:ph type="sldNum" sz="quarter" idx="12"/>
          </p:nvPr>
        </p:nvSpPr>
        <p:spPr/>
        <p:txBody>
          <a:bodyPr/>
          <a:lstStyle/>
          <a:p>
            <a:fld id="{5721E972-0DBC-4911-A10C-C7172303CA11}" type="slidenum">
              <a:rPr lang="en-IN" smtClean="0"/>
              <a:t>‹#›</a:t>
            </a:fld>
            <a:endParaRPr lang="en-IN"/>
          </a:p>
        </p:txBody>
      </p:sp>
      <p:pic>
        <p:nvPicPr>
          <p:cNvPr id="7" name="Picture 6" descr="A close-up of a logo&#10;&#10;Description automatically generated">
            <a:extLst>
              <a:ext uri="{FF2B5EF4-FFF2-40B4-BE49-F238E27FC236}">
                <a16:creationId xmlns:a16="http://schemas.microsoft.com/office/drawing/2014/main" id="{733CD00B-2E1E-81EF-0123-171DE8817BF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spTree>
    <p:extLst>
      <p:ext uri="{BB962C8B-B14F-4D97-AF65-F5344CB8AC3E}">
        <p14:creationId xmlns:p14="http://schemas.microsoft.com/office/powerpoint/2010/main" val="1468477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80CAA-FEDC-930F-6F25-399E9095969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49AC00F-8304-E528-D4EC-C27126D469A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92110F4-490C-1BC2-30F7-804738C820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DEA7D5D-E7F3-09AB-5122-0AD61F87B27F}"/>
              </a:ext>
            </a:extLst>
          </p:cNvPr>
          <p:cNvSpPr>
            <a:spLocks noGrp="1"/>
          </p:cNvSpPr>
          <p:nvPr>
            <p:ph type="dt" sz="half" idx="10"/>
          </p:nvPr>
        </p:nvSpPr>
        <p:spPr/>
        <p:txBody>
          <a:bodyPr/>
          <a:lstStyle/>
          <a:p>
            <a:fld id="{75448EA4-4DB1-4FEB-AECF-552EEDB16093}" type="datetimeFigureOut">
              <a:rPr lang="en-IN" smtClean="0"/>
              <a:t>10-08-2026</a:t>
            </a:fld>
            <a:endParaRPr lang="en-IN"/>
          </a:p>
        </p:txBody>
      </p:sp>
      <p:sp>
        <p:nvSpPr>
          <p:cNvPr id="6" name="Footer Placeholder 5">
            <a:extLst>
              <a:ext uri="{FF2B5EF4-FFF2-40B4-BE49-F238E27FC236}">
                <a16:creationId xmlns:a16="http://schemas.microsoft.com/office/drawing/2014/main" id="{21CE55D5-CB28-14AC-A5D6-7C4D1820910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D38F191-EEBC-5148-D0A6-39FD63DC9A97}"/>
              </a:ext>
            </a:extLst>
          </p:cNvPr>
          <p:cNvSpPr>
            <a:spLocks noGrp="1"/>
          </p:cNvSpPr>
          <p:nvPr>
            <p:ph type="sldNum" sz="quarter" idx="12"/>
          </p:nvPr>
        </p:nvSpPr>
        <p:spPr/>
        <p:txBody>
          <a:bodyPr/>
          <a:lstStyle/>
          <a:p>
            <a:fld id="{5721E972-0DBC-4911-A10C-C7172303CA11}" type="slidenum">
              <a:rPr lang="en-IN" smtClean="0"/>
              <a:t>‹#›</a:t>
            </a:fld>
            <a:endParaRPr lang="en-IN"/>
          </a:p>
        </p:txBody>
      </p:sp>
      <p:pic>
        <p:nvPicPr>
          <p:cNvPr id="8" name="Picture 7" descr="A close-up of a logo&#10;&#10;Description automatically generated">
            <a:extLst>
              <a:ext uri="{FF2B5EF4-FFF2-40B4-BE49-F238E27FC236}">
                <a16:creationId xmlns:a16="http://schemas.microsoft.com/office/drawing/2014/main" id="{13990B45-B4D7-A244-4402-E62B79167E9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spTree>
    <p:extLst>
      <p:ext uri="{BB962C8B-B14F-4D97-AF65-F5344CB8AC3E}">
        <p14:creationId xmlns:p14="http://schemas.microsoft.com/office/powerpoint/2010/main" val="35210023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DE053-2667-68E2-0018-4DECABCBE4F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39FCE6C-3A97-50ED-F685-DC0A1DE7FA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A6DDB9-1866-D6A4-370B-829FCDA10BE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0059776-CC1A-0E43-5E8F-40CF53D4E7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43E8DB9-61B9-1873-4DA9-2A471F7FB8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2DE1CF1-EE96-195C-5297-1B1C1CA6C808}"/>
              </a:ext>
            </a:extLst>
          </p:cNvPr>
          <p:cNvSpPr>
            <a:spLocks noGrp="1"/>
          </p:cNvSpPr>
          <p:nvPr>
            <p:ph type="dt" sz="half" idx="10"/>
          </p:nvPr>
        </p:nvSpPr>
        <p:spPr/>
        <p:txBody>
          <a:bodyPr/>
          <a:lstStyle/>
          <a:p>
            <a:fld id="{75448EA4-4DB1-4FEB-AECF-552EEDB16093}" type="datetimeFigureOut">
              <a:rPr lang="en-IN" smtClean="0"/>
              <a:t>10-08-2026</a:t>
            </a:fld>
            <a:endParaRPr lang="en-IN"/>
          </a:p>
        </p:txBody>
      </p:sp>
      <p:sp>
        <p:nvSpPr>
          <p:cNvPr id="8" name="Footer Placeholder 7">
            <a:extLst>
              <a:ext uri="{FF2B5EF4-FFF2-40B4-BE49-F238E27FC236}">
                <a16:creationId xmlns:a16="http://schemas.microsoft.com/office/drawing/2014/main" id="{1F744C50-A6B7-B5CB-702A-721A352C039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004BED5-9408-190F-A1C1-306BF1030669}"/>
              </a:ext>
            </a:extLst>
          </p:cNvPr>
          <p:cNvSpPr>
            <a:spLocks noGrp="1"/>
          </p:cNvSpPr>
          <p:nvPr>
            <p:ph type="sldNum" sz="quarter" idx="12"/>
          </p:nvPr>
        </p:nvSpPr>
        <p:spPr/>
        <p:txBody>
          <a:bodyPr/>
          <a:lstStyle/>
          <a:p>
            <a:fld id="{5721E972-0DBC-4911-A10C-C7172303CA11}" type="slidenum">
              <a:rPr lang="en-IN" smtClean="0"/>
              <a:t>‹#›</a:t>
            </a:fld>
            <a:endParaRPr lang="en-IN"/>
          </a:p>
        </p:txBody>
      </p:sp>
      <p:pic>
        <p:nvPicPr>
          <p:cNvPr id="10" name="Picture 9" descr="A close-up of a logo&#10;&#10;Description automatically generated">
            <a:extLst>
              <a:ext uri="{FF2B5EF4-FFF2-40B4-BE49-F238E27FC236}">
                <a16:creationId xmlns:a16="http://schemas.microsoft.com/office/drawing/2014/main" id="{5BB06DE5-D595-6F8A-7E5F-2A44754953F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spTree>
    <p:extLst>
      <p:ext uri="{BB962C8B-B14F-4D97-AF65-F5344CB8AC3E}">
        <p14:creationId xmlns:p14="http://schemas.microsoft.com/office/powerpoint/2010/main" val="3296129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BDFC4-1585-AC02-0A53-95EEEB67AB3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06BA6A1-C400-4BD9-20FB-2E5E9601598B}"/>
              </a:ext>
            </a:extLst>
          </p:cNvPr>
          <p:cNvSpPr>
            <a:spLocks noGrp="1"/>
          </p:cNvSpPr>
          <p:nvPr>
            <p:ph type="dt" sz="half" idx="10"/>
          </p:nvPr>
        </p:nvSpPr>
        <p:spPr/>
        <p:txBody>
          <a:bodyPr/>
          <a:lstStyle/>
          <a:p>
            <a:fld id="{75448EA4-4DB1-4FEB-AECF-552EEDB16093}" type="datetimeFigureOut">
              <a:rPr lang="en-IN" smtClean="0"/>
              <a:t>10-08-2026</a:t>
            </a:fld>
            <a:endParaRPr lang="en-IN"/>
          </a:p>
        </p:txBody>
      </p:sp>
      <p:sp>
        <p:nvSpPr>
          <p:cNvPr id="4" name="Footer Placeholder 3">
            <a:extLst>
              <a:ext uri="{FF2B5EF4-FFF2-40B4-BE49-F238E27FC236}">
                <a16:creationId xmlns:a16="http://schemas.microsoft.com/office/drawing/2014/main" id="{A85888F6-24D6-F2A1-B474-DB01C0857F8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7ACB78E-3F05-C874-F1A7-75E5A1114A9D}"/>
              </a:ext>
            </a:extLst>
          </p:cNvPr>
          <p:cNvSpPr>
            <a:spLocks noGrp="1"/>
          </p:cNvSpPr>
          <p:nvPr>
            <p:ph type="sldNum" sz="quarter" idx="12"/>
          </p:nvPr>
        </p:nvSpPr>
        <p:spPr/>
        <p:txBody>
          <a:bodyPr/>
          <a:lstStyle/>
          <a:p>
            <a:fld id="{5721E972-0DBC-4911-A10C-C7172303CA11}" type="slidenum">
              <a:rPr lang="en-IN" smtClean="0"/>
              <a:t>‹#›</a:t>
            </a:fld>
            <a:endParaRPr lang="en-IN"/>
          </a:p>
        </p:txBody>
      </p:sp>
      <p:pic>
        <p:nvPicPr>
          <p:cNvPr id="6" name="Picture 5" descr="A close-up of a logo&#10;&#10;Description automatically generated">
            <a:extLst>
              <a:ext uri="{FF2B5EF4-FFF2-40B4-BE49-F238E27FC236}">
                <a16:creationId xmlns:a16="http://schemas.microsoft.com/office/drawing/2014/main" id="{4753E253-A55F-9C80-8323-7CBF3AB3CA1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spTree>
    <p:extLst>
      <p:ext uri="{BB962C8B-B14F-4D97-AF65-F5344CB8AC3E}">
        <p14:creationId xmlns:p14="http://schemas.microsoft.com/office/powerpoint/2010/main" val="3961815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7787E0-0777-E6B7-3CAF-AC35A65FBEE1}"/>
              </a:ext>
            </a:extLst>
          </p:cNvPr>
          <p:cNvSpPr>
            <a:spLocks noGrp="1"/>
          </p:cNvSpPr>
          <p:nvPr>
            <p:ph type="dt" sz="half" idx="10"/>
          </p:nvPr>
        </p:nvSpPr>
        <p:spPr/>
        <p:txBody>
          <a:bodyPr/>
          <a:lstStyle/>
          <a:p>
            <a:fld id="{75448EA4-4DB1-4FEB-AECF-552EEDB16093}" type="datetimeFigureOut">
              <a:rPr lang="en-IN" smtClean="0"/>
              <a:t>10-08-2026</a:t>
            </a:fld>
            <a:endParaRPr lang="en-IN"/>
          </a:p>
        </p:txBody>
      </p:sp>
      <p:sp>
        <p:nvSpPr>
          <p:cNvPr id="3" name="Footer Placeholder 2">
            <a:extLst>
              <a:ext uri="{FF2B5EF4-FFF2-40B4-BE49-F238E27FC236}">
                <a16:creationId xmlns:a16="http://schemas.microsoft.com/office/drawing/2014/main" id="{9EA3AFFB-505E-A1FE-9B93-680B4637D39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69718E1-AD09-3C4B-DE29-B9B8507E6459}"/>
              </a:ext>
            </a:extLst>
          </p:cNvPr>
          <p:cNvSpPr>
            <a:spLocks noGrp="1"/>
          </p:cNvSpPr>
          <p:nvPr>
            <p:ph type="sldNum" sz="quarter" idx="12"/>
          </p:nvPr>
        </p:nvSpPr>
        <p:spPr/>
        <p:txBody>
          <a:bodyPr/>
          <a:lstStyle/>
          <a:p>
            <a:fld id="{5721E972-0DBC-4911-A10C-C7172303CA11}" type="slidenum">
              <a:rPr lang="en-IN" smtClean="0"/>
              <a:t>‹#›</a:t>
            </a:fld>
            <a:endParaRPr lang="en-IN"/>
          </a:p>
        </p:txBody>
      </p:sp>
      <p:pic>
        <p:nvPicPr>
          <p:cNvPr id="5" name="Picture 4" descr="A close-up of a logo&#10;&#10;Description automatically generated">
            <a:extLst>
              <a:ext uri="{FF2B5EF4-FFF2-40B4-BE49-F238E27FC236}">
                <a16:creationId xmlns:a16="http://schemas.microsoft.com/office/drawing/2014/main" id="{182B88B3-97E4-2AF7-D4E0-E7A8447BBD3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spTree>
    <p:extLst>
      <p:ext uri="{BB962C8B-B14F-4D97-AF65-F5344CB8AC3E}">
        <p14:creationId xmlns:p14="http://schemas.microsoft.com/office/powerpoint/2010/main" val="247863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04BEF-F946-1FA8-DFA7-CBA85E0E1B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FE2A632-F103-FEEF-E8D7-7876C2FDE8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7510111-9FB4-4527-D6E6-D80E77AD70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E31299-E185-022A-0706-F906AAAF9E2B}"/>
              </a:ext>
            </a:extLst>
          </p:cNvPr>
          <p:cNvSpPr>
            <a:spLocks noGrp="1"/>
          </p:cNvSpPr>
          <p:nvPr>
            <p:ph type="dt" sz="half" idx="10"/>
          </p:nvPr>
        </p:nvSpPr>
        <p:spPr/>
        <p:txBody>
          <a:bodyPr/>
          <a:lstStyle/>
          <a:p>
            <a:fld id="{75448EA4-4DB1-4FEB-AECF-552EEDB16093}" type="datetimeFigureOut">
              <a:rPr lang="en-IN" smtClean="0"/>
              <a:t>10-08-2026</a:t>
            </a:fld>
            <a:endParaRPr lang="en-IN"/>
          </a:p>
        </p:txBody>
      </p:sp>
      <p:sp>
        <p:nvSpPr>
          <p:cNvPr id="6" name="Footer Placeholder 5">
            <a:extLst>
              <a:ext uri="{FF2B5EF4-FFF2-40B4-BE49-F238E27FC236}">
                <a16:creationId xmlns:a16="http://schemas.microsoft.com/office/drawing/2014/main" id="{CF712A21-3761-0FC0-FFD7-7A6D5881A1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068780A-0A07-1B83-40DE-608AF22D3A56}"/>
              </a:ext>
            </a:extLst>
          </p:cNvPr>
          <p:cNvSpPr>
            <a:spLocks noGrp="1"/>
          </p:cNvSpPr>
          <p:nvPr>
            <p:ph type="sldNum" sz="quarter" idx="12"/>
          </p:nvPr>
        </p:nvSpPr>
        <p:spPr/>
        <p:txBody>
          <a:bodyPr/>
          <a:lstStyle/>
          <a:p>
            <a:fld id="{5721E972-0DBC-4911-A10C-C7172303CA11}" type="slidenum">
              <a:rPr lang="en-IN" smtClean="0"/>
              <a:t>‹#›</a:t>
            </a:fld>
            <a:endParaRPr lang="en-IN"/>
          </a:p>
        </p:txBody>
      </p:sp>
    </p:spTree>
    <p:extLst>
      <p:ext uri="{BB962C8B-B14F-4D97-AF65-F5344CB8AC3E}">
        <p14:creationId xmlns:p14="http://schemas.microsoft.com/office/powerpoint/2010/main" val="3753899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FDE87-FE21-5F32-2A92-932A01DA9E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8B8DB36-F828-0125-F504-4E13473A47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4E4259F-6C9D-10CD-957E-CB662F5FDA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8B4189-D360-9C7C-C42E-1C2DB1E94245}"/>
              </a:ext>
            </a:extLst>
          </p:cNvPr>
          <p:cNvSpPr>
            <a:spLocks noGrp="1"/>
          </p:cNvSpPr>
          <p:nvPr>
            <p:ph type="dt" sz="half" idx="10"/>
          </p:nvPr>
        </p:nvSpPr>
        <p:spPr/>
        <p:txBody>
          <a:bodyPr/>
          <a:lstStyle/>
          <a:p>
            <a:fld id="{75448EA4-4DB1-4FEB-AECF-552EEDB16093}" type="datetimeFigureOut">
              <a:rPr lang="en-IN" smtClean="0"/>
              <a:t>10-08-2026</a:t>
            </a:fld>
            <a:endParaRPr lang="en-IN"/>
          </a:p>
        </p:txBody>
      </p:sp>
      <p:sp>
        <p:nvSpPr>
          <p:cNvPr id="6" name="Footer Placeholder 5">
            <a:extLst>
              <a:ext uri="{FF2B5EF4-FFF2-40B4-BE49-F238E27FC236}">
                <a16:creationId xmlns:a16="http://schemas.microsoft.com/office/drawing/2014/main" id="{A351DB9F-3059-21B2-F10D-D61A02ADF1A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E2A0A69-970A-A8F0-C450-01FCBEDDD3A7}"/>
              </a:ext>
            </a:extLst>
          </p:cNvPr>
          <p:cNvSpPr>
            <a:spLocks noGrp="1"/>
          </p:cNvSpPr>
          <p:nvPr>
            <p:ph type="sldNum" sz="quarter" idx="12"/>
          </p:nvPr>
        </p:nvSpPr>
        <p:spPr/>
        <p:txBody>
          <a:bodyPr/>
          <a:lstStyle/>
          <a:p>
            <a:fld id="{5721E972-0DBC-4911-A10C-C7172303CA11}" type="slidenum">
              <a:rPr lang="en-IN" smtClean="0"/>
              <a:t>‹#›</a:t>
            </a:fld>
            <a:endParaRPr lang="en-IN"/>
          </a:p>
        </p:txBody>
      </p:sp>
    </p:spTree>
    <p:extLst>
      <p:ext uri="{BB962C8B-B14F-4D97-AF65-F5344CB8AC3E}">
        <p14:creationId xmlns:p14="http://schemas.microsoft.com/office/powerpoint/2010/main" val="28546244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44B39-5119-1C6C-79B7-5FD4DBCC0AB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0CC43E8-7686-ADD9-C0EC-5526920219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64BF84-C7C7-FF8B-5A62-3CF75C83F854}"/>
              </a:ext>
            </a:extLst>
          </p:cNvPr>
          <p:cNvSpPr>
            <a:spLocks noGrp="1"/>
          </p:cNvSpPr>
          <p:nvPr>
            <p:ph type="dt" sz="half" idx="10"/>
          </p:nvPr>
        </p:nvSpPr>
        <p:spPr/>
        <p:txBody>
          <a:bodyPr/>
          <a:lstStyle/>
          <a:p>
            <a:fld id="{75448EA4-4DB1-4FEB-AECF-552EEDB16093}" type="datetimeFigureOut">
              <a:rPr lang="en-IN" smtClean="0"/>
              <a:t>10-08-2026</a:t>
            </a:fld>
            <a:endParaRPr lang="en-IN"/>
          </a:p>
        </p:txBody>
      </p:sp>
      <p:sp>
        <p:nvSpPr>
          <p:cNvPr id="5" name="Footer Placeholder 4">
            <a:extLst>
              <a:ext uri="{FF2B5EF4-FFF2-40B4-BE49-F238E27FC236}">
                <a16:creationId xmlns:a16="http://schemas.microsoft.com/office/drawing/2014/main" id="{CC6B546C-BFE5-F348-B37C-70013A099E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9FC48B-B9AB-D901-9148-02C63FCFA694}"/>
              </a:ext>
            </a:extLst>
          </p:cNvPr>
          <p:cNvSpPr>
            <a:spLocks noGrp="1"/>
          </p:cNvSpPr>
          <p:nvPr>
            <p:ph type="sldNum" sz="quarter" idx="12"/>
          </p:nvPr>
        </p:nvSpPr>
        <p:spPr/>
        <p:txBody>
          <a:bodyPr/>
          <a:lstStyle/>
          <a:p>
            <a:fld id="{5721E972-0DBC-4911-A10C-C7172303CA11}" type="slidenum">
              <a:rPr lang="en-IN" smtClean="0"/>
              <a:t>‹#›</a:t>
            </a:fld>
            <a:endParaRPr lang="en-IN"/>
          </a:p>
        </p:txBody>
      </p:sp>
    </p:spTree>
    <p:extLst>
      <p:ext uri="{BB962C8B-B14F-4D97-AF65-F5344CB8AC3E}">
        <p14:creationId xmlns:p14="http://schemas.microsoft.com/office/powerpoint/2010/main" val="23979281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F4562C-82A5-A134-61D0-392ED3A39AE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664D4E-85F5-5738-D723-BC26937EDC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E8AC932-5D2C-FDC6-A304-F22FDF44ADB7}"/>
              </a:ext>
            </a:extLst>
          </p:cNvPr>
          <p:cNvSpPr>
            <a:spLocks noGrp="1"/>
          </p:cNvSpPr>
          <p:nvPr>
            <p:ph type="dt" sz="half" idx="10"/>
          </p:nvPr>
        </p:nvSpPr>
        <p:spPr/>
        <p:txBody>
          <a:bodyPr/>
          <a:lstStyle/>
          <a:p>
            <a:fld id="{75448EA4-4DB1-4FEB-AECF-552EEDB16093}" type="datetimeFigureOut">
              <a:rPr lang="en-IN" smtClean="0"/>
              <a:t>10-08-2026</a:t>
            </a:fld>
            <a:endParaRPr lang="en-IN"/>
          </a:p>
        </p:txBody>
      </p:sp>
      <p:sp>
        <p:nvSpPr>
          <p:cNvPr id="5" name="Footer Placeholder 4">
            <a:extLst>
              <a:ext uri="{FF2B5EF4-FFF2-40B4-BE49-F238E27FC236}">
                <a16:creationId xmlns:a16="http://schemas.microsoft.com/office/drawing/2014/main" id="{2C5A9CE1-8FA8-5FC7-DB30-6CEB3811A4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EA1330-FEFE-917C-3E6C-7F5316FF663D}"/>
              </a:ext>
            </a:extLst>
          </p:cNvPr>
          <p:cNvSpPr>
            <a:spLocks noGrp="1"/>
          </p:cNvSpPr>
          <p:nvPr>
            <p:ph type="sldNum" sz="quarter" idx="12"/>
          </p:nvPr>
        </p:nvSpPr>
        <p:spPr/>
        <p:txBody>
          <a:bodyPr/>
          <a:lstStyle/>
          <a:p>
            <a:fld id="{5721E972-0DBC-4911-A10C-C7172303CA11}" type="slidenum">
              <a:rPr lang="en-IN" smtClean="0"/>
              <a:t>‹#›</a:t>
            </a:fld>
            <a:endParaRPr lang="en-IN"/>
          </a:p>
        </p:txBody>
      </p:sp>
    </p:spTree>
    <p:extLst>
      <p:ext uri="{BB962C8B-B14F-4D97-AF65-F5344CB8AC3E}">
        <p14:creationId xmlns:p14="http://schemas.microsoft.com/office/powerpoint/2010/main" val="755491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C618AA-4E90-4A44-02CA-F105EE416E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1EC79BC-E7E0-B233-AB55-DA0084ED5F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9491AD-F8B8-70FC-C05F-37256DD4C0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5448EA4-4DB1-4FEB-AECF-552EEDB16093}" type="datetimeFigureOut">
              <a:rPr lang="en-IN" smtClean="0"/>
              <a:t>10-08-2026</a:t>
            </a:fld>
            <a:endParaRPr lang="en-IN"/>
          </a:p>
        </p:txBody>
      </p:sp>
      <p:sp>
        <p:nvSpPr>
          <p:cNvPr id="5" name="Footer Placeholder 4">
            <a:extLst>
              <a:ext uri="{FF2B5EF4-FFF2-40B4-BE49-F238E27FC236}">
                <a16:creationId xmlns:a16="http://schemas.microsoft.com/office/drawing/2014/main" id="{0E84566F-263C-028A-E724-8FCD0E90D9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B6EB9BA-AF92-C5BF-1C5F-89FAE06102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721E972-0DBC-4911-A10C-C7172303CA11}" type="slidenum">
              <a:rPr lang="en-IN" smtClean="0"/>
              <a:t>‹#›</a:t>
            </a:fld>
            <a:endParaRPr lang="en-IN"/>
          </a:p>
        </p:txBody>
      </p:sp>
    </p:spTree>
    <p:extLst>
      <p:ext uri="{BB962C8B-B14F-4D97-AF65-F5344CB8AC3E}">
        <p14:creationId xmlns:p14="http://schemas.microsoft.com/office/powerpoint/2010/main" val="13238750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mailto:shrutisharma@niet.co.in"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youtube.com/watch?v=BOU1YP5NZVA" TargetMode="External"/><Relationship Id="rId2" Type="http://schemas.openxmlformats.org/officeDocument/2006/relationships/hyperlink" Target="https://www.youtube.com/watch?v=EyPFi0YO32M"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17.png"/><Relationship Id="rId26" Type="http://schemas.openxmlformats.org/officeDocument/2006/relationships/customXml" Target="../ink/ink8.xml"/><Relationship Id="rId7" Type="http://schemas.openxmlformats.org/officeDocument/2006/relationships/image" Target="../media/image14.png"/><Relationship Id="rId12" Type="http://schemas.openxmlformats.org/officeDocument/2006/relationships/customXml" Target="../ink/ink5.xml"/><Relationship Id="rId25" Type="http://schemas.openxmlformats.org/officeDocument/2006/relationships/image" Target="../media/image23.png"/><Relationship Id="rId33" Type="http://schemas.openxmlformats.org/officeDocument/2006/relationships/image" Target="../media/image27.png"/><Relationship Id="rId2" Type="http://schemas.openxmlformats.org/officeDocument/2006/relationships/customXml" Target="../ink/ink1.xml"/><Relationship Id="rId16" Type="http://schemas.openxmlformats.org/officeDocument/2006/relationships/customXml" Target="../ink/ink7.xml"/><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16.png"/><Relationship Id="rId5" Type="http://schemas.openxmlformats.org/officeDocument/2006/relationships/image" Target="../media/image13.png"/><Relationship Id="rId15" Type="http://schemas.openxmlformats.org/officeDocument/2006/relationships/image" Target="../media/image18.png"/><Relationship Id="rId10" Type="http://schemas.openxmlformats.org/officeDocument/2006/relationships/customXml" Target="../ink/ink4.xml"/><Relationship Id="rId9" Type="http://schemas.openxmlformats.org/officeDocument/2006/relationships/image" Target="../media/image15.png"/><Relationship Id="rId14" Type="http://schemas.openxmlformats.org/officeDocument/2006/relationships/customXml" Target="../ink/ink6.xml"/></Relationships>
</file>

<file path=ppt/slides/_rels/slide3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8" Type="http://schemas.openxmlformats.org/officeDocument/2006/relationships/customXml" Target="../ink/ink12.xml"/><Relationship Id="rId13" Type="http://schemas.openxmlformats.org/officeDocument/2006/relationships/image" Target="../media/image33.png"/><Relationship Id="rId18" Type="http://schemas.openxmlformats.org/officeDocument/2006/relationships/customXml" Target="../ink/ink17.xml"/><Relationship Id="rId26" Type="http://schemas.openxmlformats.org/officeDocument/2006/relationships/customXml" Target="../ink/ink21.xml"/><Relationship Id="rId39" Type="http://schemas.openxmlformats.org/officeDocument/2006/relationships/image" Target="../media/image46.png"/><Relationship Id="rId3" Type="http://schemas.openxmlformats.org/officeDocument/2006/relationships/image" Target="../media/image28.png"/><Relationship Id="rId21" Type="http://schemas.openxmlformats.org/officeDocument/2006/relationships/image" Target="../media/image37.png"/><Relationship Id="rId34" Type="http://schemas.openxmlformats.org/officeDocument/2006/relationships/customXml" Target="../ink/ink25.xml"/><Relationship Id="rId42" Type="http://schemas.openxmlformats.org/officeDocument/2006/relationships/customXml" Target="../ink/ink29.xml"/><Relationship Id="rId7" Type="http://schemas.openxmlformats.org/officeDocument/2006/relationships/image" Target="../media/image30.png"/><Relationship Id="rId12" Type="http://schemas.openxmlformats.org/officeDocument/2006/relationships/customXml" Target="../ink/ink14.xml"/><Relationship Id="rId17" Type="http://schemas.openxmlformats.org/officeDocument/2006/relationships/image" Target="../media/image35.png"/><Relationship Id="rId25" Type="http://schemas.openxmlformats.org/officeDocument/2006/relationships/image" Target="../media/image39.png"/><Relationship Id="rId33" Type="http://schemas.openxmlformats.org/officeDocument/2006/relationships/image" Target="../media/image43.png"/><Relationship Id="rId38" Type="http://schemas.openxmlformats.org/officeDocument/2006/relationships/customXml" Target="../ink/ink27.xml"/><Relationship Id="rId2" Type="http://schemas.openxmlformats.org/officeDocument/2006/relationships/customXml" Target="../ink/ink9.xml"/><Relationship Id="rId16" Type="http://schemas.openxmlformats.org/officeDocument/2006/relationships/customXml" Target="../ink/ink16.xml"/><Relationship Id="rId20" Type="http://schemas.openxmlformats.org/officeDocument/2006/relationships/customXml" Target="../ink/ink18.xml"/><Relationship Id="rId29" Type="http://schemas.openxmlformats.org/officeDocument/2006/relationships/image" Target="../media/image41.png"/><Relationship Id="rId41"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customXml" Target="../ink/ink11.xml"/><Relationship Id="rId11" Type="http://schemas.openxmlformats.org/officeDocument/2006/relationships/image" Target="../media/image32.png"/><Relationship Id="rId24" Type="http://schemas.openxmlformats.org/officeDocument/2006/relationships/customXml" Target="../ink/ink20.xml"/><Relationship Id="rId32" Type="http://schemas.openxmlformats.org/officeDocument/2006/relationships/customXml" Target="../ink/ink24.xml"/><Relationship Id="rId37" Type="http://schemas.openxmlformats.org/officeDocument/2006/relationships/image" Target="../media/image45.png"/><Relationship Id="rId40" Type="http://schemas.openxmlformats.org/officeDocument/2006/relationships/customXml" Target="../ink/ink28.xml"/><Relationship Id="rId5" Type="http://schemas.openxmlformats.org/officeDocument/2006/relationships/image" Target="../media/image29.png"/><Relationship Id="rId15" Type="http://schemas.openxmlformats.org/officeDocument/2006/relationships/image" Target="../media/image34.png"/><Relationship Id="rId23" Type="http://schemas.openxmlformats.org/officeDocument/2006/relationships/image" Target="../media/image38.png"/><Relationship Id="rId28" Type="http://schemas.openxmlformats.org/officeDocument/2006/relationships/customXml" Target="../ink/ink22.xml"/><Relationship Id="rId36" Type="http://schemas.openxmlformats.org/officeDocument/2006/relationships/customXml" Target="../ink/ink26.xml"/><Relationship Id="rId10" Type="http://schemas.openxmlformats.org/officeDocument/2006/relationships/customXml" Target="../ink/ink13.xml"/><Relationship Id="rId19" Type="http://schemas.openxmlformats.org/officeDocument/2006/relationships/image" Target="../media/image36.png"/><Relationship Id="rId31" Type="http://schemas.openxmlformats.org/officeDocument/2006/relationships/image" Target="../media/image42.png"/><Relationship Id="rId4" Type="http://schemas.openxmlformats.org/officeDocument/2006/relationships/customXml" Target="../ink/ink10.xml"/><Relationship Id="rId9" Type="http://schemas.openxmlformats.org/officeDocument/2006/relationships/image" Target="../media/image31.png"/><Relationship Id="rId14" Type="http://schemas.openxmlformats.org/officeDocument/2006/relationships/customXml" Target="../ink/ink15.xml"/><Relationship Id="rId22" Type="http://schemas.openxmlformats.org/officeDocument/2006/relationships/customXml" Target="../ink/ink19.xml"/><Relationship Id="rId27" Type="http://schemas.openxmlformats.org/officeDocument/2006/relationships/image" Target="../media/image40.png"/><Relationship Id="rId30" Type="http://schemas.openxmlformats.org/officeDocument/2006/relationships/customXml" Target="../ink/ink23.xml"/><Relationship Id="rId35" Type="http://schemas.openxmlformats.org/officeDocument/2006/relationships/image" Target="../media/image44.png"/><Relationship Id="rId43" Type="http://schemas.openxmlformats.org/officeDocument/2006/relationships/image" Target="../media/image48.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8" Type="http://schemas.openxmlformats.org/officeDocument/2006/relationships/customXml" Target="../ink/ink33.xml"/><Relationship Id="rId13" Type="http://schemas.openxmlformats.org/officeDocument/2006/relationships/image" Target="../media/image53.png"/><Relationship Id="rId18" Type="http://schemas.openxmlformats.org/officeDocument/2006/relationships/customXml" Target="../ink/ink38.xml"/><Relationship Id="rId26" Type="http://schemas.openxmlformats.org/officeDocument/2006/relationships/image" Target="../media/image59.png"/><Relationship Id="rId3" Type="http://schemas.openxmlformats.org/officeDocument/2006/relationships/image" Target="../media/image49.png"/><Relationship Id="rId21" Type="http://schemas.openxmlformats.org/officeDocument/2006/relationships/image" Target="../media/image57.png"/><Relationship Id="rId7" Type="http://schemas.openxmlformats.org/officeDocument/2006/relationships/image" Target="../media/image50.png"/><Relationship Id="rId12" Type="http://schemas.openxmlformats.org/officeDocument/2006/relationships/customXml" Target="../ink/ink35.xml"/><Relationship Id="rId17" Type="http://schemas.openxmlformats.org/officeDocument/2006/relationships/image" Target="../media/image55.png"/><Relationship Id="rId25" Type="http://schemas.openxmlformats.org/officeDocument/2006/relationships/customXml" Target="../ink/ink42.xml"/><Relationship Id="rId2" Type="http://schemas.openxmlformats.org/officeDocument/2006/relationships/customXml" Target="../ink/ink30.xml"/><Relationship Id="rId16" Type="http://schemas.openxmlformats.org/officeDocument/2006/relationships/customXml" Target="../ink/ink37.xml"/><Relationship Id="rId20" Type="http://schemas.openxmlformats.org/officeDocument/2006/relationships/customXml" Target="../ink/ink39.xml"/><Relationship Id="rId1" Type="http://schemas.openxmlformats.org/officeDocument/2006/relationships/slideLayout" Target="../slideLayouts/slideLayout2.xml"/><Relationship Id="rId6" Type="http://schemas.openxmlformats.org/officeDocument/2006/relationships/customXml" Target="../ink/ink32.xml"/><Relationship Id="rId11" Type="http://schemas.openxmlformats.org/officeDocument/2006/relationships/image" Target="../media/image52.png"/><Relationship Id="rId24" Type="http://schemas.openxmlformats.org/officeDocument/2006/relationships/customXml" Target="../ink/ink41.xml"/><Relationship Id="rId5" Type="http://schemas.openxmlformats.org/officeDocument/2006/relationships/image" Target="../media/image35.png"/><Relationship Id="rId15" Type="http://schemas.openxmlformats.org/officeDocument/2006/relationships/image" Target="../media/image54.png"/><Relationship Id="rId23" Type="http://schemas.openxmlformats.org/officeDocument/2006/relationships/image" Target="../media/image58.png"/><Relationship Id="rId10" Type="http://schemas.openxmlformats.org/officeDocument/2006/relationships/customXml" Target="../ink/ink34.xml"/><Relationship Id="rId19" Type="http://schemas.openxmlformats.org/officeDocument/2006/relationships/image" Target="../media/image56.png"/><Relationship Id="rId4" Type="http://schemas.openxmlformats.org/officeDocument/2006/relationships/customXml" Target="../ink/ink31.xml"/><Relationship Id="rId9" Type="http://schemas.openxmlformats.org/officeDocument/2006/relationships/image" Target="../media/image51.png"/><Relationship Id="rId14" Type="http://schemas.openxmlformats.org/officeDocument/2006/relationships/customXml" Target="../ink/ink36.xml"/><Relationship Id="rId22" Type="http://schemas.openxmlformats.org/officeDocument/2006/relationships/customXml" Target="../ink/ink40.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60.gif"/><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hyperlink" Target="https://www.youtube.com/watch?v=4Or352bDQd4" TargetMode="External"/><Relationship Id="rId2" Type="http://schemas.openxmlformats.org/officeDocument/2006/relationships/hyperlink" Target="https://www.youtube.com/watch?v=dAJy-3A6lPM" TargetMode="External"/><Relationship Id="rId1" Type="http://schemas.openxmlformats.org/officeDocument/2006/relationships/slideLayout" Target="../slideLayouts/slideLayout2.xml"/><Relationship Id="rId4" Type="http://schemas.openxmlformats.org/officeDocument/2006/relationships/hyperlink" Target="https://www.youtube.com/watch?v=a0pAWPrKiGk" TargetMode="Externa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F68EA21-D1DB-A2CF-CFD9-DD5215232E37}"/>
              </a:ext>
            </a:extLst>
          </p:cNvPr>
          <p:cNvSpPr txBox="1">
            <a:spLocks/>
          </p:cNvSpPr>
          <p:nvPr/>
        </p:nvSpPr>
        <p:spPr>
          <a:xfrm>
            <a:off x="2076773" y="2960176"/>
            <a:ext cx="8787539" cy="60901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3200" b="1" dirty="0">
                <a:solidFill>
                  <a:srgbClr val="383A3C"/>
                </a:solidFill>
                <a:latin typeface="Times New Roman" panose="02020603050405020304" pitchFamily="18" charset="0"/>
                <a:cs typeface="Times New Roman" panose="02020603050405020304" pitchFamily="18" charset="0"/>
              </a:rPr>
              <a:t>Project Management and Vendor Development</a:t>
            </a:r>
            <a:endParaRPr lang="en-US" sz="4400" b="1" dirty="0">
              <a:solidFill>
                <a:srgbClr val="383A3C"/>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51F8B70D-3F64-4D35-E5AB-6FF8E0423FCD}"/>
              </a:ext>
            </a:extLst>
          </p:cNvPr>
          <p:cNvSpPr/>
          <p:nvPr/>
        </p:nvSpPr>
        <p:spPr>
          <a:xfrm>
            <a:off x="206477" y="61390"/>
            <a:ext cx="11356258" cy="1107986"/>
          </a:xfrm>
          <a:prstGeom prst="rect">
            <a:avLst/>
          </a:prstGeom>
        </p:spPr>
        <p:txBody>
          <a:bodyPr wrap="square" lIns="121908" tIns="60955" rIns="121908" bIns="60955">
            <a:spAutoFit/>
          </a:bodyPr>
          <a:lstStyle/>
          <a:p>
            <a:pPr algn="ctr"/>
            <a:r>
              <a:rPr lang="en-IN" sz="3200" b="1" dirty="0">
                <a:solidFill>
                  <a:srgbClr val="D4222A"/>
                </a:solidFill>
                <a:latin typeface="Times New Roman" panose="02020603050405020304" pitchFamily="18" charset="0"/>
                <a:cs typeface="Times New Roman" panose="02020603050405020304" pitchFamily="18" charset="0"/>
              </a:rPr>
              <a:t>NOIDA INSTITUTE OF ENGINEERING &amp; TECHNOLOGY GREATER NOIDA</a:t>
            </a:r>
            <a:endParaRPr lang="en-US" sz="3200" dirty="0">
              <a:solidFill>
                <a:srgbClr val="D4222A"/>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95C2B02D-0DC2-431D-DF60-401E531B651F}"/>
              </a:ext>
            </a:extLst>
          </p:cNvPr>
          <p:cNvSpPr/>
          <p:nvPr/>
        </p:nvSpPr>
        <p:spPr>
          <a:xfrm>
            <a:off x="5840050" y="5157916"/>
            <a:ext cx="502064" cy="338554"/>
          </a:xfrm>
          <a:prstGeom prst="rect">
            <a:avLst/>
          </a:prstGeom>
        </p:spPr>
        <p:txBody>
          <a:bodyPr wrap="square">
            <a:spAutoFit/>
          </a:bodyPr>
          <a:lstStyle/>
          <a:p>
            <a:r>
              <a:rPr lang="en-IN" sz="1600" b="1" dirty="0">
                <a:latin typeface="Times New Roman" panose="02020603050405020304" pitchFamily="18" charset="0"/>
                <a:cs typeface="Times New Roman" panose="02020603050405020304" pitchFamily="18" charset="0"/>
              </a:rPr>
              <a:t>By</a:t>
            </a:r>
            <a:r>
              <a:rPr lang="en-IN" sz="1600" b="1" dirty="0">
                <a:solidFill>
                  <a:srgbClr val="A20000"/>
                </a:solidFill>
                <a:latin typeface="Times New Roman" panose="02020603050405020304" pitchFamily="18" charset="0"/>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8DD14CEA-0AFA-2840-50F8-7CD1850C6115}"/>
              </a:ext>
            </a:extLst>
          </p:cNvPr>
          <p:cNvSpPr/>
          <p:nvPr/>
        </p:nvSpPr>
        <p:spPr>
          <a:xfrm>
            <a:off x="4824752" y="5432694"/>
            <a:ext cx="2542491" cy="1323439"/>
          </a:xfrm>
          <a:prstGeom prst="rect">
            <a:avLst/>
          </a:prstGeom>
        </p:spPr>
        <p:txBody>
          <a:bodyPr wrap="none">
            <a:spAutoFit/>
          </a:bodyPr>
          <a:lstStyle/>
          <a:p>
            <a:pPr algn="ctr"/>
            <a:r>
              <a:rPr lang="en-IN" sz="3200" b="1" dirty="0">
                <a:solidFill>
                  <a:srgbClr val="383A3C"/>
                </a:solidFill>
                <a:latin typeface="Times New Roman" panose="02020603050405020304" pitchFamily="18" charset="0"/>
                <a:cs typeface="Times New Roman" panose="02020603050405020304" pitchFamily="18" charset="0"/>
              </a:rPr>
              <a:t>Priya Bharti</a:t>
            </a:r>
          </a:p>
          <a:p>
            <a:pPr algn="ctr"/>
            <a:r>
              <a:rPr lang="en-IN" sz="1600" b="1" dirty="0">
                <a:solidFill>
                  <a:srgbClr val="383A3C"/>
                </a:solidFill>
                <a:latin typeface="Times New Roman" panose="02020603050405020304" pitchFamily="18" charset="0"/>
                <a:cs typeface="Times New Roman" panose="02020603050405020304" pitchFamily="18" charset="0"/>
              </a:rPr>
              <a:t>Assistant Professor</a:t>
            </a:r>
          </a:p>
          <a:p>
            <a:pPr algn="ctr"/>
            <a:r>
              <a:rPr lang="en-IN" sz="1600" b="1" dirty="0">
                <a:solidFill>
                  <a:srgbClr val="383A3C"/>
                </a:solidFill>
                <a:latin typeface="Times New Roman" panose="02020603050405020304" pitchFamily="18" charset="0"/>
                <a:cs typeface="Times New Roman" panose="02020603050405020304" pitchFamily="18" charset="0"/>
              </a:rPr>
              <a:t>MBA</a:t>
            </a:r>
          </a:p>
          <a:p>
            <a:pPr algn="ctr"/>
            <a:r>
              <a:rPr lang="en-IN" sz="1600" b="1" dirty="0">
                <a:solidFill>
                  <a:srgbClr val="383A3C"/>
                </a:solidFill>
                <a:latin typeface="Times New Roman" panose="02020603050405020304" pitchFamily="18" charset="0"/>
                <a:cs typeface="Times New Roman" panose="02020603050405020304" pitchFamily="18" charset="0"/>
              </a:rPr>
              <a:t>NIET, GREATER NOIDA </a:t>
            </a:r>
            <a:endParaRPr lang="en-US" sz="1600" dirty="0">
              <a:solidFill>
                <a:srgbClr val="383A3C"/>
              </a:solidFill>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03B7956A-085D-A825-38C7-6F3A6C7CF2AB}"/>
              </a:ext>
            </a:extLst>
          </p:cNvPr>
          <p:cNvSpPr/>
          <p:nvPr/>
        </p:nvSpPr>
        <p:spPr>
          <a:xfrm>
            <a:off x="675474" y="3754822"/>
            <a:ext cx="10831215" cy="1477328"/>
          </a:xfrm>
          <a:prstGeom prst="rect">
            <a:avLst/>
          </a:prstGeom>
        </p:spPr>
        <p:txBody>
          <a:bodyPr wrap="square">
            <a:spAutoFit/>
          </a:bodyPr>
          <a:lstStyle/>
          <a:p>
            <a:pPr algn="ctr"/>
            <a:r>
              <a:rPr lang="en-IN" b="1" dirty="0">
                <a:solidFill>
                  <a:srgbClr val="383A3C"/>
                </a:solidFill>
                <a:latin typeface="Times New Roman" panose="02020603050405020304" pitchFamily="18" charset="0"/>
                <a:cs typeface="Times New Roman" panose="02020603050405020304" pitchFamily="18" charset="0"/>
              </a:rPr>
              <a:t>Lecture – 1</a:t>
            </a:r>
            <a:br>
              <a:rPr lang="en-IN" b="1" dirty="0">
                <a:solidFill>
                  <a:srgbClr val="A20000"/>
                </a:solidFill>
                <a:latin typeface="Times New Roman" panose="02020603050405020304" pitchFamily="18" charset="0"/>
                <a:cs typeface="Times New Roman" panose="02020603050405020304" pitchFamily="18" charset="0"/>
              </a:rPr>
            </a:br>
            <a:r>
              <a:rPr lang="en-IN" sz="3600" b="1" dirty="0">
                <a:solidFill>
                  <a:srgbClr val="D4222A"/>
                </a:solidFill>
                <a:latin typeface="Times New Roman" panose="02020603050405020304" pitchFamily="18" charset="0"/>
                <a:cs typeface="Times New Roman" panose="02020603050405020304" pitchFamily="18" charset="0"/>
              </a:rPr>
              <a:t>Topic: </a:t>
            </a:r>
            <a:r>
              <a:rPr lang="en-US" sz="3600" dirty="0">
                <a:solidFill>
                  <a:schemeClr val="tx1"/>
                </a:solidFill>
                <a:latin typeface="Times New Roman" panose="02020603050405020304" pitchFamily="18" charset="0"/>
                <a:cs typeface="Times New Roman" panose="02020603050405020304" pitchFamily="18" charset="0"/>
              </a:rPr>
              <a:t>Project Identification &amp; Selection </a:t>
            </a:r>
          </a:p>
          <a:p>
            <a:pPr algn="ctr"/>
            <a:r>
              <a:rPr lang="en-US" sz="3600" dirty="0">
                <a:solidFill>
                  <a:schemeClr val="tx1"/>
                </a:solidFill>
                <a:latin typeface="Times New Roman" panose="02020603050405020304" pitchFamily="18" charset="0"/>
                <a:cs typeface="Times New Roman" panose="02020603050405020304" pitchFamily="18" charset="0"/>
              </a:rPr>
              <a:t>Market &amp; Demand Analysis Project Risk </a:t>
            </a:r>
          </a:p>
        </p:txBody>
      </p:sp>
      <p:pic>
        <p:nvPicPr>
          <p:cNvPr id="13" name="Picture 12" descr="A close-up of a logo&#10;&#10;Description automatically generated">
            <a:extLst>
              <a:ext uri="{FF2B5EF4-FFF2-40B4-BE49-F238E27FC236}">
                <a16:creationId xmlns:a16="http://schemas.microsoft.com/office/drawing/2014/main" id="{47EBCF00-B6B8-EBDF-019C-6C1D35F139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32313" y="1198019"/>
            <a:ext cx="3927373" cy="1681407"/>
          </a:xfrm>
          <a:prstGeom prst="rect">
            <a:avLst/>
          </a:prstGeom>
        </p:spPr>
      </p:pic>
    </p:spTree>
    <p:extLst>
      <p:ext uri="{BB962C8B-B14F-4D97-AF65-F5344CB8AC3E}">
        <p14:creationId xmlns:p14="http://schemas.microsoft.com/office/powerpoint/2010/main" val="3823976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4FD29891-BF4B-04FF-BE7A-E3531B1B52DD}"/>
              </a:ext>
            </a:extLst>
          </p:cNvPr>
          <p:cNvGraphicFramePr>
            <a:graphicFrameLocks noGrp="1"/>
          </p:cNvGraphicFramePr>
          <p:nvPr>
            <p:ph idx="1"/>
          </p:nvPr>
        </p:nvGraphicFramePr>
        <p:xfrm>
          <a:off x="733092" y="1060224"/>
          <a:ext cx="10725815" cy="5217160"/>
        </p:xfrm>
        <a:graphic>
          <a:graphicData uri="http://schemas.openxmlformats.org/drawingml/2006/table">
            <a:tbl>
              <a:tblPr firstRow="1" bandRow="1">
                <a:tableStyleId>{5C22544A-7EE6-4342-B048-85BDC9FD1C3A}</a:tableStyleId>
              </a:tblPr>
              <a:tblGrid>
                <a:gridCol w="1415022">
                  <a:extLst>
                    <a:ext uri="{9D8B030D-6E8A-4147-A177-3AD203B41FA5}">
                      <a16:colId xmlns:a16="http://schemas.microsoft.com/office/drawing/2014/main" val="3055770056"/>
                    </a:ext>
                  </a:extLst>
                </a:gridCol>
                <a:gridCol w="9310793">
                  <a:extLst>
                    <a:ext uri="{9D8B030D-6E8A-4147-A177-3AD203B41FA5}">
                      <a16:colId xmlns:a16="http://schemas.microsoft.com/office/drawing/2014/main" val="1962288670"/>
                    </a:ext>
                  </a:extLst>
                </a:gridCol>
              </a:tblGrid>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S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Content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608360"/>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2000" b="0" i="0" u="none" strike="noStrike" dirty="0">
                          <a:solidFill>
                            <a:srgbClr val="000000"/>
                          </a:solidFill>
                          <a:latin typeface="Times New Roman" panose="02020603050405020304" pitchFamily="18" charset="0"/>
                          <a:cs typeface="Times New Roman" panose="02020603050405020304" pitchFamily="18" charset="0"/>
                        </a:rPr>
                        <a:t> Name of Subject with code, Course and Subject Teacher</a:t>
                      </a: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4079276"/>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2000" b="0" i="0" u="none" strike="noStrike" dirty="0">
                          <a:solidFill>
                            <a:srgbClr val="000000"/>
                          </a:solidFill>
                          <a:latin typeface="Times New Roman" panose="02020603050405020304" pitchFamily="18" charset="0"/>
                          <a:cs typeface="Times New Roman" panose="02020603050405020304" pitchFamily="18" charset="0"/>
                        </a:rPr>
                        <a:t> Brief Introduction of Faculty member with Photograph</a:t>
                      </a: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8070963"/>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2000" b="0" i="0" u="none" strike="noStrike" dirty="0">
                          <a:solidFill>
                            <a:srgbClr val="000000"/>
                          </a:solidFill>
                          <a:latin typeface="Times New Roman" panose="02020603050405020304" pitchFamily="18" charset="0"/>
                          <a:cs typeface="Times New Roman" panose="02020603050405020304" pitchFamily="18" charset="0"/>
                        </a:rPr>
                        <a:t> Evaluation Scheme</a:t>
                      </a: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0681094"/>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Syllabus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10769481"/>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dirty="0">
                          <a:latin typeface="Times New Roman" panose="02020603050405020304" pitchFamily="18" charset="0"/>
                          <a:cs typeface="Times New Roman" panose="02020603050405020304" pitchFamily="18" charset="0"/>
                        </a:rPr>
                        <a:t>Branch wise Application</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885953"/>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Course Objective(s)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991331"/>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Course Outcome(s)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3672275"/>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Program Outcomes (POs)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5896287"/>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dirty="0">
                          <a:latin typeface="Times New Roman" panose="02020603050405020304" pitchFamily="18" charset="0"/>
                          <a:cs typeface="Times New Roman" panose="02020603050405020304" pitchFamily="18" charset="0"/>
                        </a:rPr>
                        <a:t>COs and POs Mapping</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4758612"/>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dirty="0">
                          <a:latin typeface="Times New Roman" panose="02020603050405020304" pitchFamily="18" charset="0"/>
                          <a:cs typeface="Times New Roman" panose="02020603050405020304" pitchFamily="18" charset="0"/>
                        </a:rPr>
                        <a:t>Program Educational Objectives (PEOs)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6056834"/>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Result Analysis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49657938"/>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End Semester Question paper Templates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8509704"/>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dirty="0">
                          <a:latin typeface="Times New Roman" panose="02020603050405020304" pitchFamily="18" charset="0"/>
                          <a:cs typeface="Times New Roman" panose="02020603050405020304" pitchFamily="18" charset="0"/>
                        </a:rPr>
                        <a:t>Prequisite/Recap</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5001020"/>
                  </a:ext>
                </a:extLst>
              </a:tr>
            </a:tbl>
          </a:graphicData>
        </a:graphic>
      </p:graphicFrame>
      <p:sp>
        <p:nvSpPr>
          <p:cNvPr id="3" name="Title 2">
            <a:extLst>
              <a:ext uri="{FF2B5EF4-FFF2-40B4-BE49-F238E27FC236}">
                <a16:creationId xmlns:a16="http://schemas.microsoft.com/office/drawing/2014/main" id="{24F5CC42-6F63-AEC7-B565-37C7FE28FF2C}"/>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Index</a:t>
            </a:r>
          </a:p>
        </p:txBody>
      </p:sp>
    </p:spTree>
    <p:extLst>
      <p:ext uri="{BB962C8B-B14F-4D97-AF65-F5344CB8AC3E}">
        <p14:creationId xmlns:p14="http://schemas.microsoft.com/office/powerpoint/2010/main" val="10865092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4FD29891-BF4B-04FF-BE7A-E3531B1B52DD}"/>
              </a:ext>
            </a:extLst>
          </p:cNvPr>
          <p:cNvGraphicFramePr>
            <a:graphicFrameLocks noGrp="1"/>
          </p:cNvGraphicFramePr>
          <p:nvPr>
            <p:ph idx="1"/>
          </p:nvPr>
        </p:nvGraphicFramePr>
        <p:xfrm>
          <a:off x="733092" y="1060224"/>
          <a:ext cx="10725815" cy="5224780"/>
        </p:xfrm>
        <a:graphic>
          <a:graphicData uri="http://schemas.openxmlformats.org/drawingml/2006/table">
            <a:tbl>
              <a:tblPr firstRow="1" bandRow="1">
                <a:tableStyleId>{5C22544A-7EE6-4342-B048-85BDC9FD1C3A}</a:tableStyleId>
              </a:tblPr>
              <a:tblGrid>
                <a:gridCol w="1415022">
                  <a:extLst>
                    <a:ext uri="{9D8B030D-6E8A-4147-A177-3AD203B41FA5}">
                      <a16:colId xmlns:a16="http://schemas.microsoft.com/office/drawing/2014/main" val="3055770056"/>
                    </a:ext>
                  </a:extLst>
                </a:gridCol>
                <a:gridCol w="9310793">
                  <a:extLst>
                    <a:ext uri="{9D8B030D-6E8A-4147-A177-3AD203B41FA5}">
                      <a16:colId xmlns:a16="http://schemas.microsoft.com/office/drawing/2014/main" val="1962288670"/>
                    </a:ext>
                  </a:extLst>
                </a:gridCol>
              </a:tblGrid>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S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Content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92608360"/>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Brief Indtroduction about the Subject with Videos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4079276"/>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Unit Content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8070963"/>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Unit</a:t>
                      </a:r>
                      <a:r>
                        <a:rPr lang="en-US" sz="2000" b="0" baseline="0" dirty="0">
                          <a:latin typeface="Times New Roman" panose="02020603050405020304" pitchFamily="18" charset="0"/>
                          <a:cs typeface="Times New Roman" panose="02020603050405020304" pitchFamily="18" charset="0"/>
                        </a:rPr>
                        <a:t> Objectives</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0681094"/>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Topic Objectives &amp; Topic Outcome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10769481"/>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Lecture related to topic</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885953"/>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Daily Quiz</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991331"/>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dirty="0">
                          <a:latin typeface="Times New Roman" panose="02020603050405020304" pitchFamily="18" charset="0"/>
                          <a:cs typeface="Times New Roman" panose="02020603050405020304" pitchFamily="18" charset="0"/>
                        </a:rPr>
                        <a:t>Weekly Assignment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3672275"/>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Topic Links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5896287"/>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MCQs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4758612"/>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dirty="0">
                          <a:latin typeface="Times New Roman" panose="02020603050405020304" pitchFamily="18" charset="0"/>
                          <a:cs typeface="Times New Roman" panose="02020603050405020304" pitchFamily="18" charset="0"/>
                        </a:rPr>
                        <a:t>Glossary Questions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6056834"/>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Old question papers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49657938"/>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Expected Questions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78509704"/>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Recap of unit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5001020"/>
                  </a:ext>
                </a:extLst>
              </a:tr>
            </a:tbl>
          </a:graphicData>
        </a:graphic>
      </p:graphicFrame>
      <p:sp>
        <p:nvSpPr>
          <p:cNvPr id="3" name="Title 2">
            <a:extLst>
              <a:ext uri="{FF2B5EF4-FFF2-40B4-BE49-F238E27FC236}">
                <a16:creationId xmlns:a16="http://schemas.microsoft.com/office/drawing/2014/main" id="{24F5CC42-6F63-AEC7-B565-37C7FE28FF2C}"/>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Index</a:t>
            </a:r>
          </a:p>
        </p:txBody>
      </p:sp>
    </p:spTree>
    <p:extLst>
      <p:ext uri="{BB962C8B-B14F-4D97-AF65-F5344CB8AC3E}">
        <p14:creationId xmlns:p14="http://schemas.microsoft.com/office/powerpoint/2010/main" val="10123389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C528BC5-FB9E-4B7B-2195-D121C3F5AA15}"/>
              </a:ext>
            </a:extLst>
          </p:cNvPr>
          <p:cNvSpPr>
            <a:spLocks noGrp="1"/>
          </p:cNvSpPr>
          <p:nvPr>
            <p:ph idx="1"/>
          </p:nvPr>
        </p:nvSpPr>
        <p:spPr/>
        <p:txBody>
          <a:bodyPr>
            <a:normAutofit/>
          </a:bodyPr>
          <a:lstStyle/>
          <a:p>
            <a:pPr>
              <a:buNone/>
            </a:pPr>
            <a:r>
              <a:rPr lang="en-IN" sz="2600" dirty="0">
                <a:latin typeface="Times New Roman" panose="02020603050405020304" pitchFamily="18" charset="0"/>
                <a:cs typeface="Times New Roman" panose="02020603050405020304" pitchFamily="18" charset="0"/>
              </a:rPr>
              <a:t>Faculty Name: Priya Bharti</a:t>
            </a:r>
          </a:p>
          <a:p>
            <a:pPr>
              <a:buNone/>
            </a:pPr>
            <a:r>
              <a:rPr lang="en-IN" sz="2600" dirty="0">
                <a:latin typeface="Times New Roman" panose="02020603050405020304" pitchFamily="18" charset="0"/>
                <a:cs typeface="Times New Roman" panose="02020603050405020304" pitchFamily="18" charset="0"/>
              </a:rPr>
              <a:t>Designation: ASSISTANT PROFESSOR</a:t>
            </a:r>
          </a:p>
          <a:p>
            <a:pPr>
              <a:buNone/>
            </a:pPr>
            <a:r>
              <a:rPr lang="en-IN" sz="2600" dirty="0">
                <a:latin typeface="Times New Roman" panose="02020603050405020304" pitchFamily="18" charset="0"/>
                <a:cs typeface="Times New Roman" panose="02020603050405020304" pitchFamily="18" charset="0"/>
              </a:rPr>
              <a:t>Department: MBA</a:t>
            </a:r>
          </a:p>
          <a:p>
            <a:pPr>
              <a:buNone/>
            </a:pPr>
            <a:r>
              <a:rPr lang="en-IN" sz="2600" dirty="0">
                <a:latin typeface="Times New Roman" panose="02020603050405020304" pitchFamily="18" charset="0"/>
                <a:cs typeface="Times New Roman" panose="02020603050405020304" pitchFamily="18" charset="0"/>
              </a:rPr>
              <a:t>Email ID: </a:t>
            </a:r>
            <a:r>
              <a:rPr lang="en-IN" sz="2600" dirty="0">
                <a:latin typeface="Times New Roman" panose="02020603050405020304" pitchFamily="18" charset="0"/>
                <a:cs typeface="Times New Roman" panose="02020603050405020304" pitchFamily="18" charset="0"/>
                <a:hlinkClick r:id="rId2"/>
              </a:rPr>
              <a:t>shrutisharma@niet.co.in</a:t>
            </a:r>
            <a:endParaRPr lang="en-IN" sz="2600" dirty="0">
              <a:latin typeface="Times New Roman" panose="02020603050405020304" pitchFamily="18" charset="0"/>
              <a:cs typeface="Times New Roman" panose="02020603050405020304" pitchFamily="18" charset="0"/>
            </a:endParaRPr>
          </a:p>
          <a:p>
            <a:pPr>
              <a:buNone/>
            </a:pPr>
            <a:endParaRPr lang="en-IN" sz="2600" dirty="0">
              <a:latin typeface="Times New Roman" panose="02020603050405020304" pitchFamily="18" charset="0"/>
              <a:cs typeface="Times New Roman" panose="02020603050405020304" pitchFamily="18" charset="0"/>
            </a:endParaRPr>
          </a:p>
          <a:p>
            <a:pPr>
              <a:buNone/>
            </a:pPr>
            <a:r>
              <a:rPr lang="en-IN" sz="2600" dirty="0">
                <a:latin typeface="Times New Roman" panose="02020603050405020304" pitchFamily="18" charset="0"/>
                <a:cs typeface="Times New Roman" panose="02020603050405020304" pitchFamily="18" charset="0"/>
              </a:rPr>
              <a:t>Qualification: MBA (pursuing PHD.)</a:t>
            </a:r>
          </a:p>
          <a:p>
            <a:pPr>
              <a:buNone/>
            </a:pPr>
            <a:r>
              <a:rPr lang="en-IN" sz="2600" dirty="0">
                <a:latin typeface="Times New Roman" panose="02020603050405020304" pitchFamily="18" charset="0"/>
                <a:cs typeface="Times New Roman" panose="02020603050405020304" pitchFamily="18" charset="0"/>
              </a:rPr>
              <a:t>Specialization: Finance &amp; Human Resource Management</a:t>
            </a:r>
          </a:p>
          <a:p>
            <a:pPr>
              <a:buNone/>
            </a:pPr>
            <a:r>
              <a:rPr lang="en-IN" sz="2600" dirty="0">
                <a:latin typeface="Times New Roman" panose="02020603050405020304" pitchFamily="18" charset="0"/>
                <a:cs typeface="Times New Roman" panose="02020603050405020304" pitchFamily="18" charset="0"/>
              </a:rPr>
              <a:t>Research Area: Entrepreneurship and innovation</a:t>
            </a:r>
          </a:p>
          <a:p>
            <a:pPr>
              <a:buNone/>
            </a:pPr>
            <a:r>
              <a:rPr lang="en-IN" sz="2600" dirty="0">
                <a:latin typeface="Times New Roman" panose="02020603050405020304" pitchFamily="18" charset="0"/>
                <a:cs typeface="Times New Roman" panose="02020603050405020304" pitchFamily="18" charset="0"/>
              </a:rPr>
              <a:t>Teaching Area: Management (Finance &amp; Core subjects)</a:t>
            </a:r>
          </a:p>
          <a:p>
            <a:pPr>
              <a:buNone/>
            </a:pPr>
            <a:r>
              <a:rPr lang="en-IN" sz="2600" dirty="0">
                <a:latin typeface="Times New Roman" panose="02020603050405020304" pitchFamily="18" charset="0"/>
                <a:cs typeface="Times New Roman" panose="02020603050405020304" pitchFamily="18" charset="0"/>
              </a:rPr>
              <a:t>Total Experience: 3.5 years</a:t>
            </a:r>
          </a:p>
          <a:p>
            <a:endParaRPr lang="en-IN" dirty="0"/>
          </a:p>
        </p:txBody>
      </p:sp>
      <p:sp>
        <p:nvSpPr>
          <p:cNvPr id="3" name="Title 2">
            <a:extLst>
              <a:ext uri="{FF2B5EF4-FFF2-40B4-BE49-F238E27FC236}">
                <a16:creationId xmlns:a16="http://schemas.microsoft.com/office/drawing/2014/main" id="{B2180FA7-B6DA-EA97-FE34-F7C3583C6D3D}"/>
              </a:ext>
            </a:extLst>
          </p:cNvPr>
          <p:cNvSpPr>
            <a:spLocks noGrp="1"/>
          </p:cNvSpPr>
          <p:nvPr>
            <p:ph type="title"/>
          </p:nvPr>
        </p:nvSpPr>
        <p:spPr/>
        <p:txBody>
          <a:bodyPr>
            <a:normAutofit/>
          </a:bodyPr>
          <a:lstStyle/>
          <a:p>
            <a:r>
              <a:rPr lang="en-US" sz="3600" dirty="0">
                <a:solidFill>
                  <a:srgbClr val="D31E26"/>
                </a:solidFill>
                <a:latin typeface="Times New Roman" panose="02020603050405020304" pitchFamily="18" charset="0"/>
                <a:cs typeface="Times New Roman" panose="02020603050405020304" pitchFamily="18" charset="0"/>
              </a:rPr>
              <a:t>Brief Introduction of the Faculty Member </a:t>
            </a:r>
            <a:endParaRPr lang="en-IN" sz="3600" dirty="0">
              <a:solidFill>
                <a:srgbClr val="D31E2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85914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Evaluation Scheme</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7A03A6C1-7404-AD75-7759-F3A9D28C98F7}"/>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42904764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Syllabus</a:t>
            </a:r>
            <a:endParaRPr lang="en-IN" sz="36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76CD56F3-2C8E-B6EF-DC55-A43EBAF13E2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8402771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Syllabus</a:t>
            </a:r>
            <a:endParaRPr lang="en-IN" sz="36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EE7D1AC4-CD7D-F500-61E7-AF68D333F50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452263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kumimoji="0" lang="en-US" sz="3600" i="0" u="none" strike="noStrike" kern="1200" cap="none" spc="0" normalizeH="0" baseline="0" noProof="0" dirty="0">
                <a:ln>
                  <a:noFill/>
                </a:ln>
                <a:solidFill>
                  <a:srgbClr val="D31E26"/>
                </a:solidFill>
                <a:effectLst/>
                <a:uLnTx/>
                <a:uFillTx/>
                <a:latin typeface="Times New Roman" panose="02020603050405020304" pitchFamily="18" charset="0"/>
                <a:ea typeface="+mn-ea"/>
                <a:cs typeface="Times New Roman" panose="02020603050405020304" pitchFamily="18" charset="0"/>
              </a:rPr>
              <a:t>Branch Wise </a:t>
            </a:r>
            <a:r>
              <a:rPr kumimoji="0" lang="en-US" sz="3600" i="0" u="none" strike="noStrike" kern="1200" cap="none" spc="0" normalizeH="0" noProof="0" dirty="0">
                <a:ln>
                  <a:noFill/>
                </a:ln>
                <a:solidFill>
                  <a:srgbClr val="D31E26"/>
                </a:solidFill>
                <a:effectLst/>
                <a:uLnTx/>
                <a:uFillTx/>
                <a:latin typeface="Times New Roman" panose="02020603050405020304" pitchFamily="18" charset="0"/>
                <a:ea typeface="+mn-ea"/>
                <a:cs typeface="Times New Roman" panose="02020603050405020304" pitchFamily="18" charset="0"/>
              </a:rPr>
              <a:t>Application</a:t>
            </a:r>
            <a:endParaRPr lang="en-IN" sz="3600" dirty="0">
              <a:solidFill>
                <a:srgbClr val="D31E26"/>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a:xfrm>
            <a:off x="217715" y="1175661"/>
            <a:ext cx="10983685" cy="4120239"/>
          </a:xfrm>
        </p:spPr>
        <p:txBody>
          <a:bodyPr/>
          <a:lstStyle/>
          <a:p>
            <a:pPr algn="just"/>
            <a:r>
              <a:rPr lang="en-US" sz="2400" dirty="0">
                <a:latin typeface="Times New Roman" panose="02020603050405020304" pitchFamily="18" charset="0"/>
                <a:cs typeface="Times New Roman" panose="02020603050405020304" pitchFamily="18" charset="0"/>
              </a:rPr>
              <a:t>Handling projects.</a:t>
            </a:r>
          </a:p>
          <a:p>
            <a:pPr algn="just"/>
            <a:r>
              <a:rPr lang="en-US" sz="2400" dirty="0">
                <a:latin typeface="Times New Roman" panose="02020603050405020304" pitchFamily="18" charset="0"/>
                <a:cs typeface="Times New Roman" panose="02020603050405020304" pitchFamily="18" charset="0"/>
              </a:rPr>
              <a:t>Evaluating &amp; Monitoring Project Process</a:t>
            </a:r>
          </a:p>
          <a:p>
            <a:pPr algn="just"/>
            <a:r>
              <a:rPr lang="en-US" sz="2400" dirty="0">
                <a:latin typeface="Times New Roman" panose="02020603050405020304" pitchFamily="18" charset="0"/>
                <a:cs typeface="Times New Roman" panose="02020603050405020304" pitchFamily="18" charset="0"/>
              </a:rPr>
              <a:t>Taking necessary and corrective action.</a:t>
            </a:r>
          </a:p>
          <a:p>
            <a:pPr marL="0" indent="0">
              <a:buNone/>
            </a:pPr>
            <a:endParaRPr lang="en-IN" dirty="0"/>
          </a:p>
        </p:txBody>
      </p:sp>
    </p:spTree>
    <p:extLst>
      <p:ext uri="{BB962C8B-B14F-4D97-AF65-F5344CB8AC3E}">
        <p14:creationId xmlns:p14="http://schemas.microsoft.com/office/powerpoint/2010/main" val="23538507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Course objective(s)</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p:txBody>
          <a:bodyPr/>
          <a:lstStyle/>
          <a:p>
            <a:pPr algn="just"/>
            <a:r>
              <a:rPr lang="en-US" sz="2400" dirty="0">
                <a:latin typeface="Times New Roman" panose="02020603050405020304" pitchFamily="18" charset="0"/>
                <a:cs typeface="Times New Roman" panose="02020603050405020304" pitchFamily="18" charset="0"/>
              </a:rPr>
              <a:t>To empower the students to get insights of basic concepts on project management. </a:t>
            </a:r>
          </a:p>
          <a:p>
            <a:pPr algn="just"/>
            <a:r>
              <a:rPr lang="en-US" sz="2400" dirty="0">
                <a:latin typeface="Times New Roman" panose="02020603050405020304" pitchFamily="18" charset="0"/>
                <a:cs typeface="Times New Roman" panose="02020603050405020304" pitchFamily="18" charset="0"/>
              </a:rPr>
              <a:t>To create awareness on the roles and responsibilities of project manager.</a:t>
            </a:r>
          </a:p>
          <a:p>
            <a:pPr algn="just"/>
            <a:r>
              <a:rPr lang="x-none" sz="2400" dirty="0">
                <a:latin typeface="Times New Roman" panose="02020603050405020304" pitchFamily="18" charset="0"/>
                <a:cs typeface="Times New Roman" panose="02020603050405020304" pitchFamily="18" charset="0"/>
              </a:rPr>
              <a:t>To build the confident among the students to take up any kind of projects.</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To sharpen the planning, scheduling and controlling skills of the students with respect to individual projects.</a:t>
            </a:r>
          </a:p>
          <a:p>
            <a:pPr algn="just"/>
            <a:r>
              <a:rPr lang="en-US" sz="2400" dirty="0">
                <a:latin typeface="Times New Roman" panose="02020603050405020304" pitchFamily="18" charset="0"/>
                <a:cs typeface="Times New Roman" panose="02020603050405020304" pitchFamily="18" charset="0"/>
              </a:rPr>
              <a:t>To understand the perspectives in which optimum decisions are to be taken in case of risks with planned activities in project.</a:t>
            </a:r>
          </a:p>
          <a:p>
            <a:pPr marL="0" indent="0">
              <a:buNone/>
            </a:pPr>
            <a:endParaRPr lang="en-IN" dirty="0"/>
          </a:p>
        </p:txBody>
      </p:sp>
    </p:spTree>
    <p:extLst>
      <p:ext uri="{BB962C8B-B14F-4D97-AF65-F5344CB8AC3E}">
        <p14:creationId xmlns:p14="http://schemas.microsoft.com/office/powerpoint/2010/main" val="25002048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Course outcome(s) </a:t>
            </a:r>
            <a:endParaRPr lang="en-IN" sz="3600"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6B426B77-4F5C-D490-8A4F-E6C047DB05FB}"/>
              </a:ext>
            </a:extLst>
          </p:cNvPr>
          <p:cNvGraphicFramePr>
            <a:graphicFrameLocks noGrp="1"/>
          </p:cNvGraphicFramePr>
          <p:nvPr>
            <p:ph idx="1"/>
          </p:nvPr>
        </p:nvGraphicFramePr>
        <p:xfrm>
          <a:off x="685800" y="1343025"/>
          <a:ext cx="10601325" cy="4556321"/>
        </p:xfrm>
        <a:graphic>
          <a:graphicData uri="http://schemas.openxmlformats.org/drawingml/2006/table">
            <a:tbl>
              <a:tblPr firstRow="1" firstCol="1" lastRow="1" lastCol="1" bandRow="1" bandCol="1"/>
              <a:tblGrid>
                <a:gridCol w="933369">
                  <a:extLst>
                    <a:ext uri="{9D8B030D-6E8A-4147-A177-3AD203B41FA5}">
                      <a16:colId xmlns:a16="http://schemas.microsoft.com/office/drawing/2014/main" val="758993987"/>
                    </a:ext>
                  </a:extLst>
                </a:gridCol>
                <a:gridCol w="7142603">
                  <a:extLst>
                    <a:ext uri="{9D8B030D-6E8A-4147-A177-3AD203B41FA5}">
                      <a16:colId xmlns:a16="http://schemas.microsoft.com/office/drawing/2014/main" val="2157853209"/>
                    </a:ext>
                  </a:extLst>
                </a:gridCol>
                <a:gridCol w="2525353">
                  <a:extLst>
                    <a:ext uri="{9D8B030D-6E8A-4147-A177-3AD203B41FA5}">
                      <a16:colId xmlns:a16="http://schemas.microsoft.com/office/drawing/2014/main" val="1084562658"/>
                    </a:ext>
                  </a:extLst>
                </a:gridCol>
              </a:tblGrid>
              <a:tr h="789391">
                <a:tc>
                  <a:txBody>
                    <a:bodyPr/>
                    <a:lstStyle/>
                    <a:p>
                      <a:pPr marL="67945">
                        <a:spcBef>
                          <a:spcPts val="35"/>
                        </a:spcBef>
                        <a:spcAft>
                          <a:spcPts val="0"/>
                        </a:spcAft>
                      </a:pPr>
                      <a:r>
                        <a:rPr lang="en-US" sz="2400" b="1">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CO</a:t>
                      </a:r>
                      <a:r>
                        <a:rPr lang="en-US" sz="24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1</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8580">
                        <a:lnSpc>
                          <a:spcPts val="1150"/>
                        </a:lnSpc>
                        <a:spcBef>
                          <a:spcPts val="610"/>
                        </a:spcBef>
                        <a:spcAft>
                          <a:spcPts val="0"/>
                        </a:spcAft>
                      </a:pP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8580">
                        <a:lnSpc>
                          <a:spcPts val="1150"/>
                        </a:lnSpc>
                        <a:spcBef>
                          <a:spcPts val="610"/>
                        </a:spcBef>
                        <a:spcAft>
                          <a:spcPts val="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Understand</a:t>
                      </a:r>
                      <a:r>
                        <a:rPr lang="en-US" sz="24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4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basic</a:t>
                      </a:r>
                      <a:r>
                        <a:rPr lang="en-US" sz="24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concepts</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characteristics</a:t>
                      </a:r>
                      <a:r>
                        <a:rPr lang="en-US" sz="24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2400" spc="-20" dirty="0">
                          <a:effectLst/>
                          <a:latin typeface="Times New Roman" panose="02020603050405020304" pitchFamily="18" charset="0"/>
                          <a:ea typeface="Times New Roman" panose="02020603050405020304" pitchFamily="18" charset="0"/>
                          <a:cs typeface="Times New Roman" panose="02020603050405020304" pitchFamily="18" charset="0"/>
                        </a:rPr>
                        <a:t> </a:t>
                      </a:r>
                    </a:p>
                    <a:p>
                      <a:pPr marL="68580">
                        <a:lnSpc>
                          <a:spcPts val="1150"/>
                        </a:lnSpc>
                        <a:spcBef>
                          <a:spcPts val="610"/>
                        </a:spcBef>
                        <a:spcAft>
                          <a:spcPts val="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24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24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manager,</a:t>
                      </a:r>
                      <a:r>
                        <a:rPr lang="en-US" sz="2400" spc="-23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management</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8580">
                        <a:spcBef>
                          <a:spcPts val="1135"/>
                        </a:spcBef>
                        <a:spcAft>
                          <a:spcPts val="0"/>
                        </a:spcAft>
                      </a:pP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Understanding</a:t>
                      </a:r>
                      <a:r>
                        <a:rPr lang="en-US" sz="2400" spc="-2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(K2)</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55211859"/>
                  </a:ext>
                </a:extLst>
              </a:tr>
              <a:tr h="939996">
                <a:tc>
                  <a:txBody>
                    <a:bodyPr/>
                    <a:lstStyle/>
                    <a:p>
                      <a:pPr marL="67945">
                        <a:spcBef>
                          <a:spcPts val="1095"/>
                        </a:spcBef>
                      </a:pP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CO</a:t>
                      </a:r>
                      <a:r>
                        <a:rPr lang="en-US" sz="24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2</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8580" marR="827405">
                        <a:lnSpc>
                          <a:spcPts val="1450"/>
                        </a:lnSpc>
                        <a:spcBef>
                          <a:spcPts val="620"/>
                        </a:spcBef>
                        <a:spcAft>
                          <a:spcPts val="0"/>
                        </a:spcAft>
                      </a:pP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8580" marR="827405" algn="just">
                        <a:lnSpc>
                          <a:spcPts val="1450"/>
                        </a:lnSpc>
                        <a:spcBef>
                          <a:spcPts val="620"/>
                        </a:spcBef>
                        <a:spcAft>
                          <a:spcPts val="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Understand the roles and responsibilities along    with tools &amp;</a:t>
                      </a:r>
                      <a:r>
                        <a:rPr lang="en-US" sz="2400" spc="-29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techniques</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used in Project Management</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7945">
                        <a:spcBef>
                          <a:spcPts val="20"/>
                        </a:spcBef>
                        <a:spcAft>
                          <a:spcPts val="0"/>
                        </a:spcAft>
                      </a:pPr>
                      <a:r>
                        <a:rPr lang="en-US" sz="2400" b="1">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p>
                      <a:pPr marL="68580"/>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Evaluating</a:t>
                      </a:r>
                      <a:r>
                        <a:rPr lang="en-US" sz="2400"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(K5)</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52160304"/>
                  </a:ext>
                </a:extLst>
              </a:tr>
              <a:tr h="564771">
                <a:tc>
                  <a:txBody>
                    <a:bodyPr/>
                    <a:lstStyle/>
                    <a:p>
                      <a:pPr marL="67945">
                        <a:spcBef>
                          <a:spcPts val="365"/>
                        </a:spcBef>
                      </a:pP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CO</a:t>
                      </a:r>
                      <a:r>
                        <a:rPr lang="en-US" sz="24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3</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8580">
                        <a:spcBef>
                          <a:spcPts val="690"/>
                        </a:spcBef>
                        <a:spcAft>
                          <a:spcPts val="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Develop</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confident to take</a:t>
                      </a:r>
                      <a:r>
                        <a:rPr lang="en-US" sz="24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up</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any</a:t>
                      </a:r>
                      <a:r>
                        <a:rPr lang="en-US" sz="24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kind of projects</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8580">
                        <a:spcBef>
                          <a:spcPts val="365"/>
                        </a:spcBef>
                        <a:spcAft>
                          <a:spcPts val="0"/>
                        </a:spcAft>
                      </a:pP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Evaluating</a:t>
                      </a:r>
                      <a:r>
                        <a:rPr lang="en-US" sz="2400"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(K5)</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73549551"/>
                  </a:ext>
                </a:extLst>
              </a:tr>
              <a:tr h="1241400">
                <a:tc>
                  <a:txBody>
                    <a:bodyPr/>
                    <a:lstStyle/>
                    <a:p>
                      <a:pPr marL="67945">
                        <a:spcBef>
                          <a:spcPts val="35"/>
                        </a:spcBef>
                        <a:spcAft>
                          <a:spcPts val="0"/>
                        </a:spcAft>
                      </a:pPr>
                      <a:r>
                        <a:rPr lang="en-US" sz="2400" b="1">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CO</a:t>
                      </a:r>
                      <a:r>
                        <a:rPr lang="en-US" sz="24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4</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8580" marR="437515" algn="just">
                        <a:lnSpc>
                          <a:spcPct val="105000"/>
                        </a:lnSpc>
                        <a:spcBef>
                          <a:spcPts val="675"/>
                        </a:spcBef>
                        <a:spcAft>
                          <a:spcPts val="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Students</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will</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understand</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4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scheduling</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monitoring</a:t>
                      </a:r>
                      <a:r>
                        <a:rPr lang="en-US" sz="2400" spc="-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process</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in</a:t>
                      </a:r>
                      <a:r>
                        <a:rPr lang="en-US" sz="2400" spc="-28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Project. They</a:t>
                      </a:r>
                      <a:r>
                        <a:rPr lang="en-US" sz="24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will be able</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to apply</a:t>
                      </a:r>
                      <a:r>
                        <a:rPr lang="en-US" sz="24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PERT</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and CPM method</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for</a:t>
                      </a: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24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scheduling</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7945">
                        <a:spcBef>
                          <a:spcPts val="50"/>
                        </a:spcBef>
                        <a:spcAft>
                          <a:spcPts val="0"/>
                        </a:spcAft>
                      </a:pPr>
                      <a:r>
                        <a:rPr lang="en-US" sz="2400" b="1">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p>
                      <a:pPr marL="68580"/>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Applying</a:t>
                      </a:r>
                      <a:r>
                        <a:rPr lang="en-US" sz="2400" spc="-2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(K3)</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85239226"/>
                  </a:ext>
                </a:extLst>
              </a:tr>
              <a:tr h="914121">
                <a:tc>
                  <a:txBody>
                    <a:bodyPr/>
                    <a:lstStyle/>
                    <a:p>
                      <a:pPr marL="67945">
                        <a:spcBef>
                          <a:spcPts val="655"/>
                        </a:spcBef>
                      </a:pP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CO</a:t>
                      </a:r>
                      <a:r>
                        <a:rPr lang="en-US" sz="24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5</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8580">
                        <a:lnSpc>
                          <a:spcPts val="1340"/>
                        </a:lnSpc>
                      </a:pP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8580">
                        <a:lnSpc>
                          <a:spcPts val="1340"/>
                        </a:lnSpc>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Students</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will</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understand</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4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perspectives</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in</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which</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p>
                    <a:p>
                      <a:pPr marL="68580">
                        <a:lnSpc>
                          <a:spcPts val="1340"/>
                        </a:lnSpc>
                      </a:pPr>
                      <a:endPar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8580">
                        <a:lnSpc>
                          <a:spcPts val="1340"/>
                        </a:lnSpc>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optimum</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decisions</a:t>
                      </a: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are</a:t>
                      </a:r>
                      <a:r>
                        <a:rPr lang="en-US" sz="24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to</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be taken</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in case</a:t>
                      </a:r>
                      <a:r>
                        <a:rPr lang="en-US" sz="24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risks</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with </a:t>
                      </a:r>
                    </a:p>
                    <a:p>
                      <a:pPr marL="68580">
                        <a:lnSpc>
                          <a:spcPts val="1340"/>
                        </a:lnSpc>
                      </a:pP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8580">
                        <a:lnSpc>
                          <a:spcPts val="1340"/>
                        </a:lnSpc>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planned</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activities in</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project</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8580">
                        <a:spcBef>
                          <a:spcPts val="1015"/>
                        </a:spcBef>
                        <a:spcAft>
                          <a:spcPts val="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Creating</a:t>
                      </a:r>
                      <a:r>
                        <a:rPr lang="en-US" sz="2400" spc="-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(K6)</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10661946"/>
                  </a:ext>
                </a:extLst>
              </a:tr>
            </a:tbl>
          </a:graphicData>
        </a:graphic>
      </p:graphicFrame>
    </p:spTree>
    <p:extLst>
      <p:ext uri="{BB962C8B-B14F-4D97-AF65-F5344CB8AC3E}">
        <p14:creationId xmlns:p14="http://schemas.microsoft.com/office/powerpoint/2010/main" val="30008040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Program outcome (POs)</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p:txBody>
          <a:bodyPr/>
          <a:lstStyle/>
          <a:p>
            <a:r>
              <a:rPr lang="en-US" sz="2400" dirty="0">
                <a:solidFill>
                  <a:srgbClr val="000000"/>
                </a:solidFill>
                <a:effectLst/>
                <a:latin typeface="Times New Roman" panose="02020603050405020304" pitchFamily="18" charset="0"/>
                <a:ea typeface="Times New Roman" panose="02020603050405020304" pitchFamily="18" charset="0"/>
              </a:rPr>
              <a:t>PO1. Apply knowledge of management theories and practices to solve business problems.</a:t>
            </a:r>
            <a:endParaRPr lang="en-IN" sz="2400" dirty="0">
              <a:effectLst/>
              <a:latin typeface="Times New Roman" panose="02020603050405020304" pitchFamily="18" charset="0"/>
              <a:ea typeface="Times New Roman" panose="02020603050405020304" pitchFamily="18" charset="0"/>
            </a:endParaRPr>
          </a:p>
          <a:p>
            <a:r>
              <a:rPr lang="en-US" sz="2400" dirty="0">
                <a:solidFill>
                  <a:srgbClr val="000000"/>
                </a:solidFill>
                <a:effectLst/>
                <a:latin typeface="Times New Roman" panose="02020603050405020304" pitchFamily="18" charset="0"/>
                <a:ea typeface="Times New Roman" panose="02020603050405020304" pitchFamily="18" charset="0"/>
              </a:rPr>
              <a:t>PO2. Foster analytical and critical thinking abilities for data-based decision-making.</a:t>
            </a:r>
            <a:endParaRPr lang="en-IN" sz="2400" dirty="0">
              <a:effectLst/>
              <a:latin typeface="Times New Roman" panose="02020603050405020304" pitchFamily="18" charset="0"/>
              <a:ea typeface="Times New Roman" panose="02020603050405020304" pitchFamily="18" charset="0"/>
            </a:endParaRPr>
          </a:p>
          <a:p>
            <a:r>
              <a:rPr lang="en-US" sz="2400" dirty="0">
                <a:solidFill>
                  <a:srgbClr val="000000"/>
                </a:solidFill>
                <a:effectLst/>
                <a:latin typeface="Times New Roman" panose="02020603050405020304" pitchFamily="18" charset="0"/>
                <a:ea typeface="Times New Roman" panose="02020603050405020304" pitchFamily="18" charset="0"/>
              </a:rPr>
              <a:t>PO3. Ability to develop value-based leadership ability.</a:t>
            </a:r>
            <a:endParaRPr lang="en-IN" sz="2400" dirty="0">
              <a:effectLst/>
              <a:latin typeface="Times New Roman" panose="02020603050405020304" pitchFamily="18" charset="0"/>
              <a:ea typeface="Times New Roman" panose="02020603050405020304" pitchFamily="18" charset="0"/>
            </a:endParaRPr>
          </a:p>
          <a:p>
            <a:r>
              <a:rPr lang="en-US" sz="2400" dirty="0">
                <a:solidFill>
                  <a:srgbClr val="000000"/>
                </a:solidFill>
                <a:effectLst/>
                <a:latin typeface="Times New Roman" panose="02020603050405020304" pitchFamily="18" charset="0"/>
                <a:ea typeface="Times New Roman" panose="02020603050405020304" pitchFamily="18" charset="0"/>
              </a:rPr>
              <a:t>PO4. Ability to understand, analyze, and communicate global, economic, legal, and ethical aspects of business.</a:t>
            </a:r>
            <a:endParaRPr lang="en-IN" sz="2400" dirty="0">
              <a:effectLst/>
              <a:latin typeface="Times New Roman" panose="02020603050405020304" pitchFamily="18" charset="0"/>
              <a:ea typeface="Times New Roman" panose="02020603050405020304" pitchFamily="18" charset="0"/>
            </a:endParaRPr>
          </a:p>
          <a:p>
            <a:r>
              <a:rPr lang="en-US" sz="2400" dirty="0">
                <a:solidFill>
                  <a:srgbClr val="000000"/>
                </a:solidFill>
                <a:effectLst/>
                <a:latin typeface="Times New Roman" panose="02020603050405020304" pitchFamily="18" charset="0"/>
                <a:ea typeface="Times New Roman" panose="02020603050405020304" pitchFamily="18" charset="0"/>
              </a:rPr>
              <a:t>PO5. Ability to lead themselves and others in the achievement of organizational goals, contributing effectively to a team environment.</a:t>
            </a:r>
            <a:endParaRPr lang="en-IN" sz="2400" dirty="0">
              <a:effectLst/>
              <a:latin typeface="Times New Roman" panose="02020603050405020304" pitchFamily="18" charset="0"/>
              <a:ea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3667618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COs and POs Mapping</a:t>
            </a:r>
            <a:endParaRPr lang="en-IN" sz="3600"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63DEEE21-1258-4006-F569-B9B45842E12D}"/>
              </a:ext>
            </a:extLst>
          </p:cNvPr>
          <p:cNvPicPr>
            <a:picLocks noGrp="1" noChangeAspect="1"/>
          </p:cNvPicPr>
          <p:nvPr>
            <p:ph idx="1"/>
          </p:nvPr>
        </p:nvPicPr>
        <p:blipFill rotWithShape="1">
          <a:blip r:embed="rId2"/>
          <a:srcRect r="14532"/>
          <a:stretch/>
        </p:blipFill>
        <p:spPr>
          <a:xfrm>
            <a:off x="2171700" y="1666875"/>
            <a:ext cx="7048499" cy="3809999"/>
          </a:xfrm>
          <a:prstGeom prst="rect">
            <a:avLst/>
          </a:prstGeom>
        </p:spPr>
      </p:pic>
      <p:sp>
        <p:nvSpPr>
          <p:cNvPr id="8" name="TextBox 7">
            <a:extLst>
              <a:ext uri="{FF2B5EF4-FFF2-40B4-BE49-F238E27FC236}">
                <a16:creationId xmlns:a16="http://schemas.microsoft.com/office/drawing/2014/main" id="{110B06C6-E2CB-1967-4673-C3BED16E1C16}"/>
              </a:ext>
            </a:extLst>
          </p:cNvPr>
          <p:cNvSpPr txBox="1"/>
          <p:nvPr/>
        </p:nvSpPr>
        <p:spPr>
          <a:xfrm>
            <a:off x="2840831" y="5592246"/>
            <a:ext cx="6138862" cy="584775"/>
          </a:xfrm>
          <a:prstGeom prst="rect">
            <a:avLst/>
          </a:prstGeom>
          <a:noFill/>
        </p:spPr>
        <p:txBody>
          <a:bodyPr wrap="square">
            <a:spAutoFit/>
          </a:bodyPr>
          <a:lstStyle/>
          <a:p>
            <a:pPr algn="ctr">
              <a:buNone/>
            </a:pPr>
            <a:r>
              <a:rPr lang="en-US" sz="3200" dirty="0">
                <a:latin typeface="Times New Roman" panose="02020603050405020304" pitchFamily="18" charset="0"/>
                <a:cs typeface="Times New Roman" panose="02020603050405020304" pitchFamily="18" charset="0"/>
              </a:rPr>
              <a:t>*1=High, *2=Medium, *3=Low</a:t>
            </a:r>
          </a:p>
        </p:txBody>
      </p:sp>
    </p:spTree>
    <p:extLst>
      <p:ext uri="{BB962C8B-B14F-4D97-AF65-F5344CB8AC3E}">
        <p14:creationId xmlns:p14="http://schemas.microsoft.com/office/powerpoint/2010/main" val="32067960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Program Educational Objectives (PEOs)</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p:txBody>
          <a:bodyPr>
            <a:normAutofit/>
          </a:bodyPr>
          <a:lstStyle/>
          <a:p>
            <a:pPr fontAlgn="base">
              <a:lnSpc>
                <a:spcPct val="115000"/>
              </a:lnSpc>
              <a:spcAft>
                <a:spcPts val="750"/>
              </a:spcAft>
            </a:pPr>
            <a:r>
              <a:rPr lang="en-IN" sz="24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PEO 1: Graduates of the management program will have conceptual knowledge, to adapt to the rapidly changing environment, learn new skills and demonstrate application of management principles in a professional work setting.</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15000"/>
              </a:lnSpc>
              <a:spcAft>
                <a:spcPts val="750"/>
              </a:spcAft>
            </a:pPr>
            <a:r>
              <a:rPr lang="en-IN" sz="24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PEO 2: Graduates will apply appropriate tools for decision making required for solving complex managerial problems in the local or global context.</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15000"/>
              </a:lnSpc>
              <a:spcAft>
                <a:spcPts val="750"/>
              </a:spcAft>
            </a:pPr>
            <a:r>
              <a:rPr lang="en-IN" sz="24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PEO 3: Graduates of the management program will exhibit integrity, social responsibility, and teamwork.</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15000"/>
              </a:lnSpc>
              <a:spcAft>
                <a:spcPts val="750"/>
              </a:spcAft>
            </a:pPr>
            <a:r>
              <a:rPr lang="en-IN" sz="24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PEO 4: Graduates will exhibit ethics, communication skills, leadership qualities and entrepreneurial mindset using creativity and innovation.</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77544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Result Analysis</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39382453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End Semester Question paper Templates</a:t>
            </a:r>
            <a:endParaRPr lang="en-IN" sz="3600" dirty="0">
              <a:latin typeface="Times New Roman" panose="02020603050405020304" pitchFamily="18" charset="0"/>
              <a:cs typeface="Times New Roman" panose="02020603050405020304" pitchFamily="18" charset="0"/>
            </a:endParaRPr>
          </a:p>
        </p:txBody>
      </p:sp>
      <p:pic>
        <p:nvPicPr>
          <p:cNvPr id="2" name="Content Placeholder 9" descr="temp1.png">
            <a:extLst>
              <a:ext uri="{FF2B5EF4-FFF2-40B4-BE49-F238E27FC236}">
                <a16:creationId xmlns:a16="http://schemas.microsoft.com/office/drawing/2014/main" id="{27094A61-AAC7-FBF5-78E8-2BED612997C9}"/>
              </a:ext>
            </a:extLst>
          </p:cNvPr>
          <p:cNvPicPr>
            <a:picLocks noGrp="1" noChangeAspect="1"/>
          </p:cNvPicPr>
          <p:nvPr>
            <p:ph idx="1"/>
          </p:nvPr>
        </p:nvPicPr>
        <p:blipFill>
          <a:blip r:embed="rId2"/>
          <a:stretch>
            <a:fillRect/>
          </a:stretch>
        </p:blipFill>
        <p:spPr>
          <a:xfrm>
            <a:off x="1343025" y="1222971"/>
            <a:ext cx="9544050" cy="4907359"/>
          </a:xfrm>
        </p:spPr>
      </p:pic>
    </p:spTree>
    <p:extLst>
      <p:ext uri="{BB962C8B-B14F-4D97-AF65-F5344CB8AC3E}">
        <p14:creationId xmlns:p14="http://schemas.microsoft.com/office/powerpoint/2010/main" val="27820342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End Semester Question paper Templates</a:t>
            </a:r>
            <a:endParaRPr lang="en-IN" sz="3600" dirty="0">
              <a:latin typeface="Times New Roman" panose="02020603050405020304" pitchFamily="18" charset="0"/>
              <a:cs typeface="Times New Roman" panose="02020603050405020304" pitchFamily="18" charset="0"/>
            </a:endParaRPr>
          </a:p>
        </p:txBody>
      </p:sp>
      <p:pic>
        <p:nvPicPr>
          <p:cNvPr id="6" name="Content Placeholder 7" descr="temp3.png">
            <a:extLst>
              <a:ext uri="{FF2B5EF4-FFF2-40B4-BE49-F238E27FC236}">
                <a16:creationId xmlns:a16="http://schemas.microsoft.com/office/drawing/2014/main" id="{DE1A6244-4622-FB66-7A89-29C379C90779}"/>
              </a:ext>
            </a:extLst>
          </p:cNvPr>
          <p:cNvPicPr>
            <a:picLocks noGrp="1" noChangeAspect="1"/>
          </p:cNvPicPr>
          <p:nvPr>
            <p:ph idx="1"/>
          </p:nvPr>
        </p:nvPicPr>
        <p:blipFill>
          <a:blip r:embed="rId2"/>
          <a:stretch>
            <a:fillRect/>
          </a:stretch>
        </p:blipFill>
        <p:spPr>
          <a:xfrm>
            <a:off x="1209676" y="1028700"/>
            <a:ext cx="9305924" cy="5295900"/>
          </a:xfrm>
        </p:spPr>
      </p:pic>
    </p:spTree>
    <p:extLst>
      <p:ext uri="{BB962C8B-B14F-4D97-AF65-F5344CB8AC3E}">
        <p14:creationId xmlns:p14="http://schemas.microsoft.com/office/powerpoint/2010/main" val="24004550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 </a:t>
            </a:r>
            <a:r>
              <a:rPr lang="en-US" sz="3600" b="0" dirty="0">
                <a:latin typeface="Times New Roman" panose="02020603050405020304" pitchFamily="18" charset="0"/>
                <a:cs typeface="Times New Roman" panose="02020603050405020304" pitchFamily="18" charset="0"/>
              </a:rPr>
              <a:t>Prerequisite /Recap</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p:txBody>
          <a:bodyPr>
            <a:noAutofit/>
          </a:bodyPr>
          <a:lstStyle/>
          <a:p>
            <a:pPr algn="just">
              <a:buNone/>
            </a:pPr>
            <a:r>
              <a:rPr lang="en-US" sz="2400" dirty="0"/>
              <a:t>Prerequisites for this session are:</a:t>
            </a:r>
          </a:p>
          <a:p>
            <a:pPr algn="just"/>
            <a:r>
              <a:rPr lang="en-US" sz="2400" dirty="0"/>
              <a:t>General understanding of project management.</a:t>
            </a:r>
          </a:p>
          <a:p>
            <a:pPr algn="just"/>
            <a:r>
              <a:rPr lang="en-US" sz="2400" dirty="0"/>
              <a:t>General understanding of tools &amp; techniques of project management.</a:t>
            </a:r>
          </a:p>
          <a:p>
            <a:pPr algn="just">
              <a:buNone/>
            </a:pPr>
            <a:endParaRPr lang="en-US" sz="2400" dirty="0"/>
          </a:p>
          <a:p>
            <a:pPr algn="just">
              <a:buNone/>
            </a:pPr>
            <a:r>
              <a:rPr lang="en-US" sz="2400" dirty="0"/>
              <a:t>Recap: </a:t>
            </a:r>
          </a:p>
          <a:p>
            <a:pPr algn="just"/>
            <a:r>
              <a:rPr lang="en-US" sz="2400" dirty="0"/>
              <a:t>Introduction of project</a:t>
            </a:r>
          </a:p>
          <a:p>
            <a:pPr algn="just"/>
            <a:r>
              <a:rPr lang="en-US" sz="2400" dirty="0"/>
              <a:t>Project management process</a:t>
            </a:r>
          </a:p>
          <a:p>
            <a:pPr algn="just"/>
            <a:r>
              <a:rPr lang="en-US" sz="2400" dirty="0"/>
              <a:t>Project team</a:t>
            </a:r>
          </a:p>
          <a:p>
            <a:pPr algn="just"/>
            <a:r>
              <a:rPr lang="en-US" sz="2400" dirty="0"/>
              <a:t>Scope of project management</a:t>
            </a:r>
          </a:p>
        </p:txBody>
      </p:sp>
    </p:spTree>
    <p:extLst>
      <p:ext uri="{BB962C8B-B14F-4D97-AF65-F5344CB8AC3E}">
        <p14:creationId xmlns:p14="http://schemas.microsoft.com/office/powerpoint/2010/main" val="8564713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Brief Introduction about the Subject with Videos</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p:txBody>
          <a:bodyPr/>
          <a:lstStyle/>
          <a:p>
            <a:r>
              <a:rPr lang="en-US" sz="2400" b="0" i="0" dirty="0">
                <a:solidFill>
                  <a:srgbClr val="0D0D0D"/>
                </a:solidFill>
                <a:effectLst/>
                <a:latin typeface="Times New Roman" panose="02020603050405020304" pitchFamily="18" charset="0"/>
                <a:cs typeface="Times New Roman" panose="02020603050405020304" pitchFamily="18" charset="0"/>
              </a:rPr>
              <a:t>Project management is the discipline of initiating, planning, executing, controlling, and closing the work of a team to achieve specific goals and meet specific success criteria. </a:t>
            </a:r>
          </a:p>
          <a:p>
            <a:r>
              <a:rPr lang="en-US" sz="2400" b="0" i="0" dirty="0">
                <a:solidFill>
                  <a:srgbClr val="0D0D0D"/>
                </a:solidFill>
                <a:effectLst/>
                <a:latin typeface="Times New Roman" panose="02020603050405020304" pitchFamily="18" charset="0"/>
                <a:cs typeface="Times New Roman" panose="02020603050405020304" pitchFamily="18" charset="0"/>
              </a:rPr>
              <a:t>It involves the application of knowledge, skills, tools, and techniques to project activities to meet project requirements. </a:t>
            </a:r>
          </a:p>
          <a:p>
            <a:r>
              <a:rPr lang="en-US" sz="2400" b="0" i="0" dirty="0">
                <a:solidFill>
                  <a:srgbClr val="0D0D0D"/>
                </a:solidFill>
                <a:effectLst/>
                <a:latin typeface="Times New Roman" panose="02020603050405020304" pitchFamily="18" charset="0"/>
                <a:cs typeface="Times New Roman" panose="02020603050405020304" pitchFamily="18" charset="0"/>
              </a:rPr>
              <a:t>Effective project management ensures that projects are completed within scope, on time, and within budget, while delivering the desired outcomes.</a:t>
            </a:r>
          </a:p>
          <a:p>
            <a:pPr marL="0" indent="0">
              <a:buNone/>
            </a:pPr>
            <a:r>
              <a:rPr lang="en-IN" sz="2400" dirty="0">
                <a:latin typeface="Times New Roman" panose="02020603050405020304" pitchFamily="18" charset="0"/>
                <a:cs typeface="Times New Roman" panose="02020603050405020304" pitchFamily="18" charset="0"/>
                <a:hlinkClick r:id="rId2"/>
              </a:rPr>
              <a:t>https://www.youtube.com/watch?v=EyPFi0YO32M</a:t>
            </a:r>
            <a:endParaRPr lang="en-US" sz="2400" dirty="0">
              <a:solidFill>
                <a:srgbClr val="0D0D0D"/>
              </a:solidFill>
              <a:latin typeface="Times New Roman" panose="02020603050405020304" pitchFamily="18" charset="0"/>
              <a:cs typeface="Times New Roman" panose="02020603050405020304" pitchFamily="18" charset="0"/>
            </a:endParaRPr>
          </a:p>
          <a:p>
            <a:pPr marL="0" indent="0">
              <a:buNone/>
            </a:pPr>
            <a:r>
              <a:rPr lang="en-IN" sz="2400" dirty="0">
                <a:latin typeface="Times New Roman" panose="02020603050405020304" pitchFamily="18" charset="0"/>
                <a:cs typeface="Times New Roman" panose="02020603050405020304" pitchFamily="18" charset="0"/>
                <a:hlinkClick r:id="rId3"/>
              </a:rPr>
              <a:t>https://www.youtube.com/watch?v=BOU1YP5NZVA</a:t>
            </a:r>
            <a:endParaRPr lang="en-US" sz="2400" dirty="0">
              <a:solidFill>
                <a:srgbClr val="0D0D0D"/>
              </a:solidFill>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27378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Unit Content</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a:xfrm>
            <a:off x="199345" y="1794786"/>
            <a:ext cx="11793310" cy="4053564"/>
          </a:xfrm>
        </p:spPr>
        <p:txBody>
          <a:bodyPr>
            <a:normAutofit/>
          </a:bodyPr>
          <a:lstStyle/>
          <a:p>
            <a:pPr marL="457200" indent="-457200" algn="just">
              <a:buNone/>
            </a:pPr>
            <a:r>
              <a:rPr lang="en-US" sz="2400" b="1" dirty="0">
                <a:latin typeface="Times New Roman" panose="02020603050405020304" pitchFamily="18" charset="0"/>
                <a:cs typeface="Times New Roman" pitchFamily="18" charset="0"/>
              </a:rPr>
              <a:t>Unit-2: </a:t>
            </a:r>
            <a:r>
              <a:rPr lang="en-US" sz="2400" dirty="0">
                <a:latin typeface="Times New Roman" panose="02020603050405020304" pitchFamily="18" charset="0"/>
                <a:cs typeface="Times New Roman" pitchFamily="18" charset="0"/>
              </a:rPr>
              <a:t>	</a:t>
            </a:r>
          </a:p>
          <a:p>
            <a:pPr marL="457200" indent="-457200" algn="just">
              <a:buNone/>
            </a:pPr>
            <a:r>
              <a:rPr lang="en-US" sz="2400" b="1" dirty="0">
                <a:latin typeface="Times New Roman" panose="02020603050405020304" pitchFamily="18" charset="0"/>
                <a:cs typeface="Times New Roman" panose="02020603050405020304" pitchFamily="18" charset="0"/>
              </a:rPr>
              <a:t>Project Identification &amp; Selection: </a:t>
            </a:r>
          </a:p>
          <a:p>
            <a:pPr marL="457200" indent="-457200" algn="just">
              <a:buNone/>
            </a:pPr>
            <a:r>
              <a:rPr lang="en-US" sz="2400" dirty="0">
                <a:latin typeface="Times New Roman" panose="02020603050405020304" pitchFamily="18" charset="0"/>
                <a:cs typeface="Times New Roman" panose="02020603050405020304" pitchFamily="18" charset="0"/>
              </a:rPr>
              <a:t>Identification, Generation of Ideas, Approaches to Project Screening and Selection, Project Rating Index. </a:t>
            </a:r>
          </a:p>
          <a:p>
            <a:pPr marL="457200" indent="-457200" algn="just">
              <a:buNone/>
            </a:pPr>
            <a:r>
              <a:rPr lang="en-US" sz="2400" b="1" dirty="0">
                <a:latin typeface="Times New Roman" panose="02020603050405020304" pitchFamily="18" charset="0"/>
                <a:cs typeface="Times New Roman" panose="02020603050405020304" pitchFamily="18" charset="0"/>
              </a:rPr>
              <a:t>Market &amp; Demand Analysis Techniques: </a:t>
            </a:r>
            <a:r>
              <a:rPr lang="en-US" sz="2400" dirty="0">
                <a:latin typeface="Times New Roman" panose="02020603050405020304" pitchFamily="18" charset="0"/>
                <a:cs typeface="Times New Roman" panose="02020603050405020304" pitchFamily="18" charset="0"/>
              </a:rPr>
              <a:t>Survey &amp; Trend Projection Methods. </a:t>
            </a:r>
          </a:p>
          <a:p>
            <a:pPr marL="457200" indent="-457200" algn="just">
              <a:buNone/>
            </a:pPr>
            <a:r>
              <a:rPr lang="en-US" sz="2400" b="1" dirty="0">
                <a:latin typeface="Times New Roman" panose="02020603050405020304" pitchFamily="18" charset="0"/>
                <a:cs typeface="Times New Roman" panose="02020603050405020304" pitchFamily="18" charset="0"/>
              </a:rPr>
              <a:t>Project Risk Management: </a:t>
            </a:r>
            <a:r>
              <a:rPr lang="en-US" sz="2400" dirty="0">
                <a:latin typeface="Times New Roman" pitchFamily="18" charset="0"/>
                <a:cs typeface="Times New Roman" pitchFamily="18" charset="0"/>
              </a:rPr>
              <a:t>Concepts and Types of Project Risks, Risk Identification, Risks Analysis, Risks Mitigation Strategies. </a:t>
            </a:r>
          </a:p>
          <a:p>
            <a:pPr marL="67945">
              <a:lnSpc>
                <a:spcPts val="1305"/>
              </a:lnSpc>
            </a:pP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0234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Unit objective</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p:txBody>
          <a:bodyPr>
            <a:normAutofit/>
          </a:bodyPr>
          <a:lstStyle/>
          <a:p>
            <a:pPr marL="457200" indent="-457200" algn="just">
              <a:buNone/>
            </a:pPr>
            <a:r>
              <a:rPr lang="en-US" sz="2400" dirty="0">
                <a:latin typeface="Times New Roman" panose="02020603050405020304" pitchFamily="18" charset="0"/>
                <a:cs typeface="Times New Roman" panose="02020603050405020304" pitchFamily="18" charset="0"/>
              </a:rPr>
              <a:t>Objectives of this unit are:</a:t>
            </a:r>
          </a:p>
          <a:p>
            <a:pPr marL="457200" indent="-457200" algn="just"/>
            <a:r>
              <a:rPr lang="en-US" sz="2400" dirty="0">
                <a:latin typeface="Times New Roman" panose="02020603050405020304" pitchFamily="18" charset="0"/>
                <a:cs typeface="Times New Roman" panose="02020603050405020304" pitchFamily="18" charset="0"/>
              </a:rPr>
              <a:t>To understand how projects are identified and selected.</a:t>
            </a:r>
          </a:p>
          <a:p>
            <a:pPr marL="457200" indent="-457200" algn="just"/>
            <a:r>
              <a:rPr lang="en-US" sz="2400" dirty="0">
                <a:latin typeface="Times New Roman" panose="02020603050405020304" pitchFamily="18" charset="0"/>
                <a:cs typeface="Times New Roman" panose="02020603050405020304" pitchFamily="18" charset="0"/>
              </a:rPr>
              <a:t>To understand and conduct the market and demand analysis </a:t>
            </a:r>
          </a:p>
          <a:p>
            <a:pPr marL="457200" indent="-457200" algn="just"/>
            <a:r>
              <a:rPr lang="en-US" sz="2400" dirty="0">
                <a:latin typeface="Times New Roman" panose="02020603050405020304" pitchFamily="18" charset="0"/>
                <a:cs typeface="Times New Roman" panose="02020603050405020304" pitchFamily="18" charset="0"/>
              </a:rPr>
              <a:t>To manage the project risks about risk identification, risk analysis and mitigation strategies</a:t>
            </a:r>
          </a:p>
          <a:p>
            <a:pPr mar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72015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Topic Objectives &amp; Topic Outcome</a:t>
            </a:r>
            <a:endParaRPr lang="en-IN" sz="3600" dirty="0">
              <a:latin typeface="Times New Roman" panose="02020603050405020304" pitchFamily="18" charset="0"/>
              <a:cs typeface="Times New Roman" panose="02020603050405020304" pitchFamily="18" charset="0"/>
            </a:endParaRPr>
          </a:p>
        </p:txBody>
      </p:sp>
      <p:graphicFrame>
        <p:nvGraphicFramePr>
          <p:cNvPr id="2" name="Content Placeholder 1">
            <a:extLst>
              <a:ext uri="{FF2B5EF4-FFF2-40B4-BE49-F238E27FC236}">
                <a16:creationId xmlns:a16="http://schemas.microsoft.com/office/drawing/2014/main" id="{EBEEE827-6DC9-923D-2769-D3CCF226ABF1}"/>
              </a:ext>
            </a:extLst>
          </p:cNvPr>
          <p:cNvGraphicFramePr>
            <a:graphicFrameLocks noGrp="1"/>
          </p:cNvGraphicFramePr>
          <p:nvPr>
            <p:ph idx="1"/>
            <p:extLst>
              <p:ext uri="{D42A27DB-BD31-4B8C-83A1-F6EECF244321}">
                <p14:modId xmlns:p14="http://schemas.microsoft.com/office/powerpoint/2010/main" val="3015548355"/>
              </p:ext>
            </p:extLst>
          </p:nvPr>
        </p:nvGraphicFramePr>
        <p:xfrm>
          <a:off x="811212" y="2652713"/>
          <a:ext cx="10569575" cy="1193800"/>
        </p:xfrm>
        <a:graphic>
          <a:graphicData uri="http://schemas.openxmlformats.org/drawingml/2006/table">
            <a:tbl>
              <a:tblPr firstRow="1" bandRow="1">
                <a:tableStyleId>{21E4AEA4-8DFA-4A89-87EB-49C32662AFE0}</a:tableStyleId>
              </a:tblPr>
              <a:tblGrid>
                <a:gridCol w="902734">
                  <a:extLst>
                    <a:ext uri="{9D8B030D-6E8A-4147-A177-3AD203B41FA5}">
                      <a16:colId xmlns:a16="http://schemas.microsoft.com/office/drawing/2014/main" val="1508983546"/>
                    </a:ext>
                  </a:extLst>
                </a:gridCol>
                <a:gridCol w="6143649">
                  <a:extLst>
                    <a:ext uri="{9D8B030D-6E8A-4147-A177-3AD203B41FA5}">
                      <a16:colId xmlns:a16="http://schemas.microsoft.com/office/drawing/2014/main" val="2083462560"/>
                    </a:ext>
                  </a:extLst>
                </a:gridCol>
                <a:gridCol w="3523192">
                  <a:extLst>
                    <a:ext uri="{9D8B030D-6E8A-4147-A177-3AD203B41FA5}">
                      <a16:colId xmlns:a16="http://schemas.microsoft.com/office/drawing/2014/main" val="3354966492"/>
                    </a:ext>
                  </a:extLst>
                </a:gridCol>
              </a:tblGrid>
              <a:tr h="370840">
                <a:tc>
                  <a:txBody>
                    <a:bodyPr/>
                    <a:lstStyle/>
                    <a:p>
                      <a:r>
                        <a:rPr lang="en-IN" dirty="0"/>
                        <a:t>S.NO</a:t>
                      </a:r>
                    </a:p>
                  </a:txBody>
                  <a:tcPr/>
                </a:tc>
                <a:tc>
                  <a:txBody>
                    <a:bodyPr/>
                    <a:lstStyle/>
                    <a:p>
                      <a:r>
                        <a:rPr lang="en-IN" dirty="0"/>
                        <a:t>TOPIC OBJECTIVE</a:t>
                      </a:r>
                    </a:p>
                  </a:txBody>
                  <a:tcPr/>
                </a:tc>
                <a:tc>
                  <a:txBody>
                    <a:bodyPr/>
                    <a:lstStyle/>
                    <a:p>
                      <a:r>
                        <a:rPr lang="en-IN" dirty="0"/>
                        <a:t>TOPIC OUTCOME</a:t>
                      </a:r>
                    </a:p>
                  </a:txBody>
                  <a:tcPr/>
                </a:tc>
                <a:extLst>
                  <a:ext uri="{0D108BD9-81ED-4DB2-BD59-A6C34878D82A}">
                    <a16:rowId xmlns:a16="http://schemas.microsoft.com/office/drawing/2014/main" val="4125168764"/>
                  </a:ext>
                </a:extLst>
              </a:tr>
              <a:tr h="370840">
                <a:tc>
                  <a:txBody>
                    <a:bodyPr/>
                    <a:lstStyle/>
                    <a:p>
                      <a:r>
                        <a:rPr lang="en-IN" sz="2400" dirty="0">
                          <a:latin typeface="Times New Roman" panose="02020603050405020304" pitchFamily="18" charset="0"/>
                          <a:cs typeface="Times New Roman" panose="02020603050405020304" pitchFamily="18" charset="0"/>
                        </a:rPr>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To understand the Identification &amp; Generation of ideas.</a:t>
                      </a:r>
                    </a:p>
                  </a:txBody>
                  <a:tcPr/>
                </a:tc>
                <a:tc>
                  <a:txBody>
                    <a:bodyPr/>
                    <a:lstStyle/>
                    <a:p>
                      <a:r>
                        <a:rPr lang="en-IN" sz="2400" dirty="0">
                          <a:latin typeface="Times New Roman" panose="02020603050405020304" pitchFamily="18" charset="0"/>
                          <a:cs typeface="Times New Roman" panose="02020603050405020304" pitchFamily="18" charset="0"/>
                        </a:rPr>
                        <a:t>CO2</a:t>
                      </a:r>
                    </a:p>
                  </a:txBody>
                  <a:tcPr/>
                </a:tc>
                <a:extLst>
                  <a:ext uri="{0D108BD9-81ED-4DB2-BD59-A6C34878D82A}">
                    <a16:rowId xmlns:a16="http://schemas.microsoft.com/office/drawing/2014/main" val="1752365910"/>
                  </a:ext>
                </a:extLst>
              </a:tr>
            </a:tbl>
          </a:graphicData>
        </a:graphic>
      </p:graphicFrame>
    </p:spTree>
    <p:extLst>
      <p:ext uri="{BB962C8B-B14F-4D97-AF65-F5344CB8AC3E}">
        <p14:creationId xmlns:p14="http://schemas.microsoft.com/office/powerpoint/2010/main" val="18291317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pPr algn="ctr"/>
            <a:r>
              <a:rPr lang="en-US" sz="3600" dirty="0"/>
              <a:t>Idea Generation &amp; Sources</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a:xfrm>
            <a:off x="500514" y="1175660"/>
            <a:ext cx="10828748" cy="4884177"/>
          </a:xfrm>
        </p:spPr>
        <p:txBody>
          <a:bodyPr>
            <a:noAutofit/>
          </a:bodyPr>
          <a:lstStyle/>
          <a:p>
            <a:pPr marL="0" lvl="0" indent="0">
              <a:buNone/>
            </a:pPr>
            <a:r>
              <a:rPr lang="en-US" sz="2500" dirty="0">
                <a:latin typeface="Times New Roman" panose="02020603050405020304" pitchFamily="18" charset="0"/>
                <a:cs typeface="Times New Roman" panose="02020603050405020304" pitchFamily="18" charset="0"/>
              </a:rPr>
              <a:t>Identifying prospective investment opportunities that offer good commercial returns or satisfy strategic goals.</a:t>
            </a:r>
          </a:p>
          <a:p>
            <a:pPr lvl="0"/>
            <a:r>
              <a:rPr lang="en-US" sz="2500" b="1" dirty="0">
                <a:latin typeface="Times New Roman" panose="02020603050405020304" pitchFamily="18" charset="0"/>
                <a:cs typeface="Times New Roman" panose="02020603050405020304" pitchFamily="18" charset="0"/>
              </a:rPr>
              <a:t>Key Sources of Ideas:</a:t>
            </a:r>
            <a:endParaRPr lang="en-US" sz="2500" dirty="0">
              <a:latin typeface="Times New Roman" panose="02020603050405020304" pitchFamily="18" charset="0"/>
              <a:cs typeface="Times New Roman" panose="02020603050405020304" pitchFamily="18" charset="0"/>
            </a:endParaRPr>
          </a:p>
          <a:p>
            <a:pPr lvl="1"/>
            <a:r>
              <a:rPr lang="en-US" sz="2500" b="1" dirty="0">
                <a:latin typeface="Times New Roman" panose="02020603050405020304" pitchFamily="18" charset="0"/>
                <a:cs typeface="Times New Roman" panose="02020603050405020304" pitchFamily="18" charset="0"/>
              </a:rPr>
              <a:t>Internal Sources:</a:t>
            </a:r>
            <a:r>
              <a:rPr lang="en-US" sz="2500" dirty="0">
                <a:latin typeface="Times New Roman" panose="02020603050405020304" pitchFamily="18" charset="0"/>
                <a:cs typeface="Times New Roman" panose="02020603050405020304" pitchFamily="18" charset="0"/>
              </a:rPr>
              <a:t> R&amp;D departments, employee suggestions, operational bottlenecks.</a:t>
            </a:r>
          </a:p>
          <a:p>
            <a:pPr lvl="1"/>
            <a:r>
              <a:rPr lang="en-US" sz="2500" b="1" dirty="0">
                <a:latin typeface="Times New Roman" panose="02020603050405020304" pitchFamily="18" charset="0"/>
                <a:cs typeface="Times New Roman" panose="02020603050405020304" pitchFamily="18" charset="0"/>
              </a:rPr>
              <a:t>External Sources:</a:t>
            </a:r>
            <a:r>
              <a:rPr lang="en-US" sz="2500" dirty="0">
                <a:latin typeface="Times New Roman" panose="02020603050405020304" pitchFamily="18" charset="0"/>
                <a:cs typeface="Times New Roman" panose="02020603050405020304" pitchFamily="18" charset="0"/>
              </a:rPr>
              <a:t> Market demand analysis, customer pain points, competitor analysis, government policies/incentives.</a:t>
            </a:r>
          </a:p>
          <a:p>
            <a:pPr lvl="0"/>
            <a:r>
              <a:rPr lang="en-US" sz="2500" b="1" dirty="0">
                <a:latin typeface="Times New Roman" panose="02020603050405020304" pitchFamily="18" charset="0"/>
                <a:cs typeface="Times New Roman" panose="02020603050405020304" pitchFamily="18" charset="0"/>
              </a:rPr>
              <a:t>Techniques for Idea Generation:</a:t>
            </a:r>
            <a:endParaRPr lang="en-US" sz="2500" dirty="0">
              <a:latin typeface="Times New Roman" panose="02020603050405020304" pitchFamily="18" charset="0"/>
              <a:cs typeface="Times New Roman" panose="02020603050405020304" pitchFamily="18" charset="0"/>
            </a:endParaRPr>
          </a:p>
          <a:p>
            <a:pPr lvl="1"/>
            <a:r>
              <a:rPr lang="en-US" sz="2500" b="1" dirty="0">
                <a:latin typeface="Times New Roman" panose="02020603050405020304" pitchFamily="18" charset="0"/>
                <a:cs typeface="Times New Roman" panose="02020603050405020304" pitchFamily="18" charset="0"/>
              </a:rPr>
              <a:t>Brainstorming:</a:t>
            </a:r>
            <a:r>
              <a:rPr lang="en-US" sz="2500" dirty="0">
                <a:latin typeface="Times New Roman" panose="02020603050405020304" pitchFamily="18" charset="0"/>
                <a:cs typeface="Times New Roman" panose="02020603050405020304" pitchFamily="18" charset="0"/>
              </a:rPr>
              <a:t> Group idea creation without immediate criticism.</a:t>
            </a:r>
          </a:p>
          <a:p>
            <a:pPr lvl="1"/>
            <a:r>
              <a:rPr lang="en-US" sz="2500" b="1" dirty="0">
                <a:latin typeface="Times New Roman" panose="02020603050405020304" pitchFamily="18" charset="0"/>
                <a:cs typeface="Times New Roman" panose="02020603050405020304" pitchFamily="18" charset="0"/>
              </a:rPr>
              <a:t>Delphi Technique:</a:t>
            </a:r>
            <a:r>
              <a:rPr lang="en-US" sz="2500" dirty="0">
                <a:latin typeface="Times New Roman" panose="02020603050405020304" pitchFamily="18" charset="0"/>
                <a:cs typeface="Times New Roman" panose="02020603050405020304" pitchFamily="18" charset="0"/>
              </a:rPr>
              <a:t> Expert consensus obtained through iterative rounds of anonymous questionnaires.</a:t>
            </a:r>
          </a:p>
          <a:p>
            <a:pPr lvl="1"/>
            <a:r>
              <a:rPr lang="en-US" sz="2500" b="1" dirty="0">
                <a:latin typeface="Times New Roman" panose="02020603050405020304" pitchFamily="18" charset="0"/>
                <a:cs typeface="Times New Roman" panose="02020603050405020304" pitchFamily="18" charset="0"/>
              </a:rPr>
              <a:t>SWOT Analysis:</a:t>
            </a:r>
            <a:r>
              <a:rPr lang="en-US" sz="2500" dirty="0">
                <a:latin typeface="Times New Roman" panose="02020603050405020304" pitchFamily="18" charset="0"/>
                <a:cs typeface="Times New Roman" panose="02020603050405020304" pitchFamily="18" charset="0"/>
              </a:rPr>
              <a:t> Leveraging organizational </a:t>
            </a:r>
            <a:r>
              <a:rPr lang="en-US" sz="2500" i="1" dirty="0">
                <a:latin typeface="Times New Roman" panose="02020603050405020304" pitchFamily="18" charset="0"/>
                <a:cs typeface="Times New Roman" panose="02020603050405020304" pitchFamily="18" charset="0"/>
              </a:rPr>
              <a:t>Strengths</a:t>
            </a:r>
            <a:r>
              <a:rPr lang="en-US" sz="2500" dirty="0">
                <a:latin typeface="Times New Roman" panose="02020603050405020304" pitchFamily="18" charset="0"/>
                <a:cs typeface="Times New Roman" panose="02020603050405020304" pitchFamily="18" charset="0"/>
              </a:rPr>
              <a:t> and </a:t>
            </a:r>
            <a:r>
              <a:rPr lang="en-US" sz="2500" i="1" dirty="0">
                <a:latin typeface="Times New Roman" panose="02020603050405020304" pitchFamily="18" charset="0"/>
                <a:cs typeface="Times New Roman" panose="02020603050405020304" pitchFamily="18" charset="0"/>
              </a:rPr>
              <a:t>Opportunities</a:t>
            </a:r>
            <a:r>
              <a:rPr lang="en-US" sz="2500" dirty="0">
                <a:latin typeface="Times New Roman" panose="02020603050405020304" pitchFamily="18" charset="0"/>
                <a:cs typeface="Times New Roman" panose="02020603050405020304" pitchFamily="18" charset="0"/>
              </a:rPr>
              <a:t> while guarding against </a:t>
            </a:r>
            <a:r>
              <a:rPr lang="en-US" sz="2500" i="1" dirty="0">
                <a:latin typeface="Times New Roman" panose="02020603050405020304" pitchFamily="18" charset="0"/>
                <a:cs typeface="Times New Roman" panose="02020603050405020304" pitchFamily="18" charset="0"/>
              </a:rPr>
              <a:t>Weaknesses</a:t>
            </a:r>
            <a:r>
              <a:rPr lang="en-US" sz="2500" dirty="0">
                <a:latin typeface="Times New Roman" panose="02020603050405020304" pitchFamily="18" charset="0"/>
                <a:cs typeface="Times New Roman" panose="02020603050405020304" pitchFamily="18" charset="0"/>
              </a:rPr>
              <a:t> and </a:t>
            </a:r>
            <a:r>
              <a:rPr lang="en-US" sz="2500" i="1" dirty="0">
                <a:latin typeface="Times New Roman" panose="02020603050405020304" pitchFamily="18" charset="0"/>
                <a:cs typeface="Times New Roman" panose="02020603050405020304" pitchFamily="18" charset="0"/>
              </a:rPr>
              <a:t>Threats</a:t>
            </a:r>
            <a:r>
              <a:rPr lang="en-US" sz="25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2796170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t>Comparative Rating &amp; Screening Approaches</a:t>
            </a:r>
            <a:endParaRPr lang="en-IN" sz="3600" dirty="0">
              <a:latin typeface="Times New Roman" panose="02020603050405020304" pitchFamily="18" charset="0"/>
              <a:cs typeface="Times New Roman" panose="02020603050405020304" pitchFamily="18" charset="0"/>
            </a:endParaRPr>
          </a:p>
        </p:txBody>
      </p:sp>
      <p:sp>
        <p:nvSpPr>
          <p:cNvPr id="8" name="Content Placeholder 7">
            <a:extLst>
              <a:ext uri="{FF2B5EF4-FFF2-40B4-BE49-F238E27FC236}">
                <a16:creationId xmlns:a16="http://schemas.microsoft.com/office/drawing/2014/main" id="{FF510182-F670-60DE-E165-0235E6928B30}"/>
              </a:ext>
            </a:extLst>
          </p:cNvPr>
          <p:cNvSpPr>
            <a:spLocks noGrp="1"/>
          </p:cNvSpPr>
          <p:nvPr>
            <p:ph idx="1"/>
          </p:nvPr>
        </p:nvSpPr>
        <p:spPr/>
        <p:txBody>
          <a:bodyPr>
            <a:normAutofit/>
          </a:bodyPr>
          <a:lstStyle/>
          <a:p>
            <a:pPr lvl="0" algn="just"/>
            <a:r>
              <a:rPr lang="en-US" b="1" dirty="0"/>
              <a:t>Objective of Screening:</a:t>
            </a:r>
            <a:r>
              <a:rPr lang="en-US" dirty="0"/>
              <a:t> Quickly eliminate non-viable ideas before spending high capital on detailed feasibility reports.</a:t>
            </a:r>
          </a:p>
          <a:p>
            <a:pPr lvl="0" algn="just"/>
            <a:r>
              <a:rPr lang="en-US" b="1" dirty="0"/>
              <a:t>Approaches to Screening:</a:t>
            </a:r>
            <a:endParaRPr lang="en-US" dirty="0"/>
          </a:p>
          <a:p>
            <a:pPr lvl="1" algn="just"/>
            <a:r>
              <a:rPr lang="en-US" b="1" dirty="0"/>
              <a:t>Unpromising Idea Elimination:</a:t>
            </a:r>
            <a:r>
              <a:rPr lang="en-US" dirty="0"/>
              <a:t> Filtering out ideas incompatible with organizational capability or regulatory boundaries.</a:t>
            </a:r>
          </a:p>
          <a:p>
            <a:pPr lvl="1" algn="just"/>
            <a:r>
              <a:rPr lang="en-US" b="1" dirty="0"/>
              <a:t>Comparative Rating Matrix:</a:t>
            </a:r>
            <a:r>
              <a:rPr lang="en-US" dirty="0"/>
              <a:t> Evaluating multiple product ideas against a set of key factors on a numerical scale.</a:t>
            </a:r>
          </a:p>
          <a:p>
            <a:pPr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49977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pPr algn="ctr"/>
            <a:r>
              <a:rPr lang="en-US" sz="3600" dirty="0">
                <a:latin typeface="Times New Roman" panose="02020603050405020304" pitchFamily="18" charset="0"/>
                <a:cs typeface="Times New Roman" panose="02020603050405020304" pitchFamily="18" charset="0"/>
              </a:rPr>
              <a:t>Example</a:t>
            </a:r>
            <a:endParaRPr lang="en-IN"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BE8FF1B3-A060-B921-FFA7-D1D08E6A6762}"/>
                  </a:ext>
                </a:extLst>
              </p:cNvPr>
              <p:cNvGraphicFramePr>
                <a:graphicFrameLocks noGrp="1"/>
              </p:cNvGraphicFramePr>
              <p:nvPr>
                <p:extLst>
                  <p:ext uri="{D42A27DB-BD31-4B8C-83A1-F6EECF244321}">
                    <p14:modId xmlns:p14="http://schemas.microsoft.com/office/powerpoint/2010/main" val="1946386597"/>
                  </p:ext>
                </p:extLst>
              </p:nvPr>
            </p:nvGraphicFramePr>
            <p:xfrm>
              <a:off x="464949" y="1255362"/>
              <a:ext cx="11081286" cy="4094471"/>
            </p:xfrm>
            <a:graphic>
              <a:graphicData uri="http://schemas.openxmlformats.org/drawingml/2006/table">
                <a:tbl>
                  <a:tblPr>
                    <a:tableStyleId>{3C2FFA5D-87B4-456A-9821-1D502468CF0F}</a:tableStyleId>
                  </a:tblPr>
                  <a:tblGrid>
                    <a:gridCol w="1846881">
                      <a:extLst>
                        <a:ext uri="{9D8B030D-6E8A-4147-A177-3AD203B41FA5}">
                          <a16:colId xmlns:a16="http://schemas.microsoft.com/office/drawing/2014/main" val="3099457368"/>
                        </a:ext>
                      </a:extLst>
                    </a:gridCol>
                    <a:gridCol w="1846881">
                      <a:extLst>
                        <a:ext uri="{9D8B030D-6E8A-4147-A177-3AD203B41FA5}">
                          <a16:colId xmlns:a16="http://schemas.microsoft.com/office/drawing/2014/main" val="4183837339"/>
                        </a:ext>
                      </a:extLst>
                    </a:gridCol>
                    <a:gridCol w="1846881">
                      <a:extLst>
                        <a:ext uri="{9D8B030D-6E8A-4147-A177-3AD203B41FA5}">
                          <a16:colId xmlns:a16="http://schemas.microsoft.com/office/drawing/2014/main" val="3455635135"/>
                        </a:ext>
                      </a:extLst>
                    </a:gridCol>
                    <a:gridCol w="1846881">
                      <a:extLst>
                        <a:ext uri="{9D8B030D-6E8A-4147-A177-3AD203B41FA5}">
                          <a16:colId xmlns:a16="http://schemas.microsoft.com/office/drawing/2014/main" val="2010318473"/>
                        </a:ext>
                      </a:extLst>
                    </a:gridCol>
                    <a:gridCol w="1846881">
                      <a:extLst>
                        <a:ext uri="{9D8B030D-6E8A-4147-A177-3AD203B41FA5}">
                          <a16:colId xmlns:a16="http://schemas.microsoft.com/office/drawing/2014/main" val="3879632853"/>
                        </a:ext>
                      </a:extLst>
                    </a:gridCol>
                    <a:gridCol w="1846881">
                      <a:extLst>
                        <a:ext uri="{9D8B030D-6E8A-4147-A177-3AD203B41FA5}">
                          <a16:colId xmlns:a16="http://schemas.microsoft.com/office/drawing/2014/main" val="1951888957"/>
                        </a:ext>
                      </a:extLst>
                    </a:gridCol>
                  </a:tblGrid>
                  <a:tr h="726297">
                    <a:tc>
                      <a:txBody>
                        <a:bodyPr/>
                        <a:lstStyle/>
                        <a:p>
                          <a:pPr>
                            <a:spcAft>
                              <a:spcPts val="2400"/>
                            </a:spcAft>
                            <a:buNone/>
                          </a:pPr>
                          <a:r>
                            <a:rPr lang="en-US" b="1" dirty="0">
                              <a:effectLst/>
                            </a:rPr>
                            <a:t>Criterion</a:t>
                          </a:r>
                          <a:endParaRPr lang="en-US" dirty="0">
                            <a:effectLst/>
                            <a:latin typeface="Google Sans Text"/>
                          </a:endParaRPr>
                        </a:p>
                      </a:txBody>
                      <a:tcPr marL="114300" marR="114300" marT="76200" marB="76200" anchor="ctr"/>
                    </a:tc>
                    <a:tc>
                      <a:txBody>
                        <a:bodyPr/>
                        <a:lstStyle/>
                        <a:p>
                          <a:pPr>
                            <a:spcAft>
                              <a:spcPts val="2400"/>
                            </a:spcAft>
                            <a:buNone/>
                          </a:pPr>
                          <a:r>
                            <a:rPr lang="en-US" b="1">
                              <a:effectLst/>
                            </a:rPr>
                            <a:t>Weight (Wi​)</a:t>
                          </a:r>
                          <a:endParaRPr lang="en-US">
                            <a:effectLst/>
                            <a:latin typeface="Google Sans Text"/>
                          </a:endParaRPr>
                        </a:p>
                      </a:txBody>
                      <a:tcPr marL="114300" marR="114300" marT="76200" marB="76200" anchor="ctr"/>
                    </a:tc>
                    <a:tc>
                      <a:txBody>
                        <a:bodyPr/>
                        <a:lstStyle/>
                        <a:p>
                          <a:pPr>
                            <a:spcAft>
                              <a:spcPts val="2400"/>
                            </a:spcAft>
                            <a:buNone/>
                          </a:pPr>
                          <a:r>
                            <a:rPr lang="en-US" b="1" dirty="0">
                              <a:effectLst/>
                            </a:rPr>
                            <a:t>Project A Score (SA​)</a:t>
                          </a:r>
                          <a:endParaRPr lang="en-US" dirty="0">
                            <a:effectLst/>
                            <a:latin typeface="Google Sans Text"/>
                          </a:endParaRPr>
                        </a:p>
                      </a:txBody>
                      <a:tcPr marL="114300" marR="114300" marT="76200" marB="76200" anchor="ctr"/>
                    </a:tc>
                    <a:tc>
                      <a:txBody>
                        <a:bodyPr/>
                        <a:lstStyle/>
                        <a:p>
                          <a:pPr>
                            <a:spcAft>
                              <a:spcPts val="2400"/>
                            </a:spcAft>
                            <a:buNone/>
                          </a:pPr>
                          <a:r>
                            <a:rPr lang="en-US" b="1" dirty="0">
                              <a:effectLst/>
                            </a:rPr>
                            <a:t>Project B Score (SB​)</a:t>
                          </a:r>
                          <a:endParaRPr lang="en-US" dirty="0">
                            <a:effectLst/>
                            <a:latin typeface="Google Sans Text"/>
                          </a:endParaRPr>
                        </a:p>
                      </a:txBody>
                      <a:tcPr marL="114300" marR="114300" marT="76200" marB="76200" anchor="ctr"/>
                    </a:tc>
                    <a:tc>
                      <a:txBody>
                        <a:bodyPr/>
                        <a:lstStyle/>
                        <a:p>
                          <a:pPr>
                            <a:spcAft>
                              <a:spcPts val="2400"/>
                            </a:spcAft>
                            <a:buNone/>
                          </a:pPr>
                          <a:r>
                            <a:rPr lang="en-US" b="1">
                              <a:effectLst/>
                            </a:rPr>
                            <a:t>Product A Weighted</a:t>
                          </a:r>
                          <a:endParaRPr lang="en-US">
                            <a:effectLst/>
                            <a:latin typeface="Google Sans Text"/>
                          </a:endParaRPr>
                        </a:p>
                      </a:txBody>
                      <a:tcPr marL="114300" marR="114300" marT="76200" marB="76200" anchor="ctr"/>
                    </a:tc>
                    <a:tc>
                      <a:txBody>
                        <a:bodyPr/>
                        <a:lstStyle/>
                        <a:p>
                          <a:pPr>
                            <a:spcAft>
                              <a:spcPts val="2400"/>
                            </a:spcAft>
                            <a:buNone/>
                          </a:pPr>
                          <a:r>
                            <a:rPr lang="en-US" b="1">
                              <a:effectLst/>
                            </a:rPr>
                            <a:t>Product B Weighted</a:t>
                          </a:r>
                          <a:endParaRPr lang="en-US">
                            <a:effectLst/>
                            <a:latin typeface="Google Sans Text"/>
                          </a:endParaRPr>
                        </a:p>
                      </a:txBody>
                      <a:tcPr marL="114300" marR="114300" marT="76200" marB="76200" anchor="ctr"/>
                    </a:tc>
                    <a:extLst>
                      <a:ext uri="{0D108BD9-81ED-4DB2-BD59-A6C34878D82A}">
                        <a16:rowId xmlns:a16="http://schemas.microsoft.com/office/drawing/2014/main" val="1379812800"/>
                      </a:ext>
                    </a:extLst>
                  </a:tr>
                  <a:tr h="726297">
                    <a:tc>
                      <a:txBody>
                        <a:bodyPr/>
                        <a:lstStyle/>
                        <a:p>
                          <a:pPr>
                            <a:spcAft>
                              <a:spcPts val="2400"/>
                            </a:spcAft>
                            <a:buNone/>
                          </a:pPr>
                          <a:r>
                            <a:rPr lang="en-US">
                              <a:effectLst/>
                            </a:rPr>
                            <a:t>Market Demand</a:t>
                          </a:r>
                          <a:endParaRPr lang="en-US">
                            <a:effectLst/>
                            <a:latin typeface="Google Sans Text"/>
                          </a:endParaRPr>
                        </a:p>
                      </a:txBody>
                      <a:tcPr marL="114300" marR="114300" marT="76200" marB="76200" anchor="ctr"/>
                    </a:tc>
                    <a:tc>
                      <a:txBody>
                        <a:bodyPr/>
                        <a:lstStyle/>
                        <a:p>
                          <a:pPr>
                            <a:spcAft>
                              <a:spcPts val="2400"/>
                            </a:spcAft>
                            <a:buNone/>
                          </a:pPr>
                          <a:r>
                            <a:rPr lang="en-US">
                              <a:effectLst/>
                            </a:rPr>
                            <a:t>0.35</a:t>
                          </a:r>
                          <a:endParaRPr lang="en-US">
                            <a:effectLst/>
                            <a:latin typeface="Google Sans Text"/>
                          </a:endParaRPr>
                        </a:p>
                      </a:txBody>
                      <a:tcPr marL="114300" marR="114300" marT="76200" marB="76200" anchor="ctr"/>
                    </a:tc>
                    <a:tc>
                      <a:txBody>
                        <a:bodyPr/>
                        <a:lstStyle/>
                        <a:p>
                          <a:pPr>
                            <a:spcAft>
                              <a:spcPts val="2400"/>
                            </a:spcAft>
                            <a:buNone/>
                          </a:pPr>
                          <a:r>
                            <a:rPr lang="en-US" dirty="0">
                              <a:effectLst/>
                            </a:rPr>
                            <a:t>4</a:t>
                          </a:r>
                          <a:endParaRPr lang="en-US" dirty="0">
                            <a:effectLst/>
                            <a:latin typeface="Google Sans Text"/>
                          </a:endParaRPr>
                        </a:p>
                      </a:txBody>
                      <a:tcPr marL="114300" marR="114300" marT="76200" marB="76200" anchor="ctr"/>
                    </a:tc>
                    <a:tc>
                      <a:txBody>
                        <a:bodyPr/>
                        <a:lstStyle/>
                        <a:p>
                          <a:pPr>
                            <a:spcAft>
                              <a:spcPts val="2400"/>
                            </a:spcAft>
                            <a:buNone/>
                          </a:pPr>
                          <a:r>
                            <a:rPr lang="en-US">
                              <a:effectLst/>
                            </a:rPr>
                            <a:t>5</a:t>
                          </a:r>
                          <a:endParaRPr lang="en-US">
                            <a:effectLst/>
                            <a:latin typeface="Google Sans Text"/>
                          </a:endParaRPr>
                        </a:p>
                      </a:txBody>
                      <a:tcPr marL="114300" marR="114300" marT="76200" marB="76200" anchor="ctr"/>
                    </a:tc>
                    <a:tc>
                      <a:txBody>
                        <a:bodyPr/>
                        <a:lstStyle/>
                        <a:p>
                          <a:pPr>
                            <a:spcAft>
                              <a:spcPts val="2400"/>
                            </a:spcAft>
                            <a:buNone/>
                          </a:pPr>
                          <a14:m>
                            <m:oMathPara xmlns:m="http://schemas.openxmlformats.org/officeDocument/2006/math">
                              <m:oMath>
                                <m:r>
                                  <a:rPr lang="en-US" smtClean="0">
                                    <a:latin typeface="Cambria Math" panose="02040503050406030204" pitchFamily="18" charset="0"/>
                                  </a:rPr>
                                  <m:t>0.35</m:t>
                                </m:r>
                                <m:r>
                                  <a:rPr lang="en-US">
                                    <a:latin typeface="Cambria Math" panose="02040503050406030204" pitchFamily="18" charset="0"/>
                                  </a:rPr>
                                  <m:t>×4=1.40</m:t>
                                </m:r>
                              </m:oMath>
                            </m:oMathPara>
                          </a14:m>
                          <a:endParaRPr lang="en-US">
                            <a:effectLst/>
                            <a:latin typeface="Google Sans Text"/>
                          </a:endParaRPr>
                        </a:p>
                      </a:txBody>
                      <a:tcPr marL="114300" marR="114300" marT="76200" marB="76200" anchor="ctr"/>
                    </a:tc>
                    <a:tc>
                      <a:txBody>
                        <a:bodyPr/>
                        <a:lstStyle/>
                        <a:p>
                          <a:pPr>
                            <a:spcAft>
                              <a:spcPts val="2400"/>
                            </a:spcAft>
                            <a:buNone/>
                          </a:pPr>
                          <a14:m>
                            <m:oMathPara xmlns:m="http://schemas.openxmlformats.org/officeDocument/2006/math">
                              <m:oMath>
                                <m:r>
                                  <a:rPr lang="en-US" smtClean="0">
                                    <a:latin typeface="Cambria Math" panose="02040503050406030204" pitchFamily="18" charset="0"/>
                                  </a:rPr>
                                  <m:t>0.35</m:t>
                                </m:r>
                                <m:r>
                                  <a:rPr lang="en-US">
                                    <a:latin typeface="Cambria Math" panose="02040503050406030204" pitchFamily="18" charset="0"/>
                                  </a:rPr>
                                  <m:t>×5=1.75</m:t>
                                </m:r>
                              </m:oMath>
                            </m:oMathPara>
                          </a14:m>
                          <a:endParaRPr lang="en-US">
                            <a:effectLst/>
                            <a:latin typeface="Google Sans Text"/>
                          </a:endParaRPr>
                        </a:p>
                      </a:txBody>
                      <a:tcPr marL="114300" marR="114300" marT="76200" marB="76200" anchor="ctr"/>
                    </a:tc>
                    <a:extLst>
                      <a:ext uri="{0D108BD9-81ED-4DB2-BD59-A6C34878D82A}">
                        <a16:rowId xmlns:a16="http://schemas.microsoft.com/office/drawing/2014/main" val="1994164514"/>
                      </a:ext>
                    </a:extLst>
                  </a:tr>
                  <a:tr h="719786">
                    <a:tc>
                      <a:txBody>
                        <a:bodyPr/>
                        <a:lstStyle/>
                        <a:p>
                          <a:pPr>
                            <a:spcAft>
                              <a:spcPts val="2400"/>
                            </a:spcAft>
                            <a:buNone/>
                          </a:pPr>
                          <a:r>
                            <a:rPr lang="en-US">
                              <a:effectLst/>
                            </a:rPr>
                            <a:t>Tech Feasibility</a:t>
                          </a:r>
                          <a:endParaRPr lang="en-US">
                            <a:effectLst/>
                            <a:latin typeface="Google Sans Text"/>
                          </a:endParaRPr>
                        </a:p>
                      </a:txBody>
                      <a:tcPr marL="114300" marR="114300" marT="76200" marB="76200" anchor="ctr"/>
                    </a:tc>
                    <a:tc>
                      <a:txBody>
                        <a:bodyPr/>
                        <a:lstStyle/>
                        <a:p>
                          <a:pPr>
                            <a:spcAft>
                              <a:spcPts val="2400"/>
                            </a:spcAft>
                            <a:buNone/>
                          </a:pPr>
                          <a:r>
                            <a:rPr lang="en-US">
                              <a:effectLst/>
                            </a:rPr>
                            <a:t>0.30</a:t>
                          </a:r>
                          <a:endParaRPr lang="en-US">
                            <a:effectLst/>
                            <a:latin typeface="Google Sans Text"/>
                          </a:endParaRPr>
                        </a:p>
                      </a:txBody>
                      <a:tcPr marL="114300" marR="114300" marT="76200" marB="76200" anchor="ctr"/>
                    </a:tc>
                    <a:tc>
                      <a:txBody>
                        <a:bodyPr/>
                        <a:lstStyle/>
                        <a:p>
                          <a:pPr>
                            <a:spcAft>
                              <a:spcPts val="2400"/>
                            </a:spcAft>
                            <a:buNone/>
                          </a:pPr>
                          <a:r>
                            <a:rPr lang="en-US">
                              <a:effectLst/>
                            </a:rPr>
                            <a:t>5</a:t>
                          </a:r>
                          <a:endParaRPr lang="en-US">
                            <a:effectLst/>
                            <a:latin typeface="Google Sans Text"/>
                          </a:endParaRPr>
                        </a:p>
                      </a:txBody>
                      <a:tcPr marL="114300" marR="114300" marT="76200" marB="76200" anchor="ctr"/>
                    </a:tc>
                    <a:tc>
                      <a:txBody>
                        <a:bodyPr/>
                        <a:lstStyle/>
                        <a:p>
                          <a:pPr>
                            <a:spcAft>
                              <a:spcPts val="2400"/>
                            </a:spcAft>
                            <a:buNone/>
                          </a:pPr>
                          <a:r>
                            <a:rPr lang="en-US">
                              <a:effectLst/>
                            </a:rPr>
                            <a:t>3</a:t>
                          </a:r>
                          <a:endParaRPr lang="en-US">
                            <a:effectLst/>
                            <a:latin typeface="Google Sans Text"/>
                          </a:endParaRPr>
                        </a:p>
                      </a:txBody>
                      <a:tcPr marL="114300" marR="114300" marT="76200" marB="76200" anchor="ctr"/>
                    </a:tc>
                    <a:tc>
                      <a:txBody>
                        <a:bodyPr/>
                        <a:lstStyle/>
                        <a:p>
                          <a:pPr>
                            <a:spcAft>
                              <a:spcPts val="2400"/>
                            </a:spcAft>
                            <a:buNone/>
                          </a:pPr>
                          <a14:m>
                            <m:oMathPara xmlns:m="http://schemas.openxmlformats.org/officeDocument/2006/math">
                              <m:oMath>
                                <m:r>
                                  <a:rPr lang="en-US" smtClean="0">
                                    <a:latin typeface="Cambria Math" panose="02040503050406030204" pitchFamily="18" charset="0"/>
                                  </a:rPr>
                                  <m:t>0.30</m:t>
                                </m:r>
                                <m:r>
                                  <a:rPr lang="en-US">
                                    <a:latin typeface="Cambria Math" panose="02040503050406030204" pitchFamily="18" charset="0"/>
                                  </a:rPr>
                                  <m:t>×5=1.50</m:t>
                                </m:r>
                              </m:oMath>
                            </m:oMathPara>
                          </a14:m>
                          <a:endParaRPr lang="en-US">
                            <a:effectLst/>
                            <a:latin typeface="Google Sans Text"/>
                          </a:endParaRPr>
                        </a:p>
                      </a:txBody>
                      <a:tcPr marL="114300" marR="114300" marT="76200" marB="76200" anchor="ctr"/>
                    </a:tc>
                    <a:tc>
                      <a:txBody>
                        <a:bodyPr/>
                        <a:lstStyle/>
                        <a:p>
                          <a:pPr>
                            <a:spcAft>
                              <a:spcPts val="2400"/>
                            </a:spcAft>
                            <a:buNone/>
                          </a:pPr>
                          <a14:m>
                            <m:oMathPara xmlns:m="http://schemas.openxmlformats.org/officeDocument/2006/math">
                              <m:oMath>
                                <m:r>
                                  <a:rPr lang="en-US" smtClean="0">
                                    <a:latin typeface="Cambria Math" panose="02040503050406030204" pitchFamily="18" charset="0"/>
                                  </a:rPr>
                                  <m:t>0.30</m:t>
                                </m:r>
                                <m:r>
                                  <a:rPr lang="en-US">
                                    <a:latin typeface="Cambria Math" panose="02040503050406030204" pitchFamily="18" charset="0"/>
                                  </a:rPr>
                                  <m:t>×3=0.90</m:t>
                                </m:r>
                              </m:oMath>
                            </m:oMathPara>
                          </a14:m>
                          <a:endParaRPr lang="en-US">
                            <a:effectLst/>
                            <a:latin typeface="Google Sans Text"/>
                          </a:endParaRPr>
                        </a:p>
                      </a:txBody>
                      <a:tcPr marL="114300" marR="114300" marT="76200" marB="76200" anchor="ctr"/>
                    </a:tc>
                    <a:extLst>
                      <a:ext uri="{0D108BD9-81ED-4DB2-BD59-A6C34878D82A}">
                        <a16:rowId xmlns:a16="http://schemas.microsoft.com/office/drawing/2014/main" val="3322084745"/>
                      </a:ext>
                    </a:extLst>
                  </a:tr>
                  <a:tr h="719786">
                    <a:tc>
                      <a:txBody>
                        <a:bodyPr/>
                        <a:lstStyle/>
                        <a:p>
                          <a:pPr>
                            <a:spcAft>
                              <a:spcPts val="2400"/>
                            </a:spcAft>
                            <a:buNone/>
                          </a:pPr>
                          <a:r>
                            <a:rPr lang="en-US">
                              <a:effectLst/>
                            </a:rPr>
                            <a:t>Raw Material</a:t>
                          </a:r>
                          <a:endParaRPr lang="en-US">
                            <a:effectLst/>
                            <a:latin typeface="Google Sans Text"/>
                          </a:endParaRPr>
                        </a:p>
                      </a:txBody>
                      <a:tcPr marL="114300" marR="114300" marT="76200" marB="76200" anchor="ctr"/>
                    </a:tc>
                    <a:tc>
                      <a:txBody>
                        <a:bodyPr/>
                        <a:lstStyle/>
                        <a:p>
                          <a:pPr>
                            <a:spcAft>
                              <a:spcPts val="2400"/>
                            </a:spcAft>
                            <a:buNone/>
                          </a:pPr>
                          <a:r>
                            <a:rPr lang="en-US">
                              <a:effectLst/>
                            </a:rPr>
                            <a:t>0.15</a:t>
                          </a:r>
                          <a:endParaRPr lang="en-US">
                            <a:effectLst/>
                            <a:latin typeface="Google Sans Text"/>
                          </a:endParaRPr>
                        </a:p>
                      </a:txBody>
                      <a:tcPr marL="114300" marR="114300" marT="76200" marB="76200" anchor="ctr"/>
                    </a:tc>
                    <a:tc>
                      <a:txBody>
                        <a:bodyPr/>
                        <a:lstStyle/>
                        <a:p>
                          <a:pPr>
                            <a:spcAft>
                              <a:spcPts val="2400"/>
                            </a:spcAft>
                            <a:buNone/>
                          </a:pPr>
                          <a:r>
                            <a:rPr lang="en-US">
                              <a:effectLst/>
                            </a:rPr>
                            <a:t>3</a:t>
                          </a:r>
                          <a:endParaRPr lang="en-US">
                            <a:effectLst/>
                            <a:latin typeface="Google Sans Text"/>
                          </a:endParaRPr>
                        </a:p>
                      </a:txBody>
                      <a:tcPr marL="114300" marR="114300" marT="76200" marB="76200" anchor="ctr"/>
                    </a:tc>
                    <a:tc>
                      <a:txBody>
                        <a:bodyPr/>
                        <a:lstStyle/>
                        <a:p>
                          <a:pPr>
                            <a:spcAft>
                              <a:spcPts val="2400"/>
                            </a:spcAft>
                            <a:buNone/>
                          </a:pPr>
                          <a:r>
                            <a:rPr lang="en-US">
                              <a:effectLst/>
                            </a:rPr>
                            <a:t>4</a:t>
                          </a:r>
                          <a:endParaRPr lang="en-US">
                            <a:effectLst/>
                            <a:latin typeface="Google Sans Text"/>
                          </a:endParaRPr>
                        </a:p>
                      </a:txBody>
                      <a:tcPr marL="114300" marR="114300" marT="76200" marB="76200" anchor="ctr"/>
                    </a:tc>
                    <a:tc>
                      <a:txBody>
                        <a:bodyPr/>
                        <a:lstStyle/>
                        <a:p>
                          <a:pPr>
                            <a:spcAft>
                              <a:spcPts val="2400"/>
                            </a:spcAft>
                            <a:buNone/>
                          </a:pPr>
                          <a14:m>
                            <m:oMathPara xmlns:m="http://schemas.openxmlformats.org/officeDocument/2006/math">
                              <m:oMath>
                                <m:r>
                                  <a:rPr lang="en-US" smtClean="0">
                                    <a:latin typeface="Cambria Math" panose="02040503050406030204" pitchFamily="18" charset="0"/>
                                  </a:rPr>
                                  <m:t>0.15</m:t>
                                </m:r>
                                <m:r>
                                  <a:rPr lang="en-US">
                                    <a:latin typeface="Cambria Math" panose="02040503050406030204" pitchFamily="18" charset="0"/>
                                  </a:rPr>
                                  <m:t>×3=0.45</m:t>
                                </m:r>
                              </m:oMath>
                            </m:oMathPara>
                          </a14:m>
                          <a:endParaRPr lang="en-US">
                            <a:effectLst/>
                            <a:latin typeface="Google Sans Text"/>
                          </a:endParaRPr>
                        </a:p>
                      </a:txBody>
                      <a:tcPr marL="114300" marR="114300" marT="76200" marB="76200" anchor="ctr"/>
                    </a:tc>
                    <a:tc>
                      <a:txBody>
                        <a:bodyPr/>
                        <a:lstStyle/>
                        <a:p>
                          <a:pPr>
                            <a:spcAft>
                              <a:spcPts val="2400"/>
                            </a:spcAft>
                            <a:buNone/>
                          </a:pPr>
                          <a14:m>
                            <m:oMathPara xmlns:m="http://schemas.openxmlformats.org/officeDocument/2006/math">
                              <m:oMath>
                                <m:r>
                                  <a:rPr lang="en-US" smtClean="0">
                                    <a:latin typeface="Cambria Math" panose="02040503050406030204" pitchFamily="18" charset="0"/>
                                  </a:rPr>
                                  <m:t>0.15</m:t>
                                </m:r>
                                <m:r>
                                  <a:rPr lang="en-US">
                                    <a:latin typeface="Cambria Math" panose="02040503050406030204" pitchFamily="18" charset="0"/>
                                  </a:rPr>
                                  <m:t>×4=0.60</m:t>
                                </m:r>
                              </m:oMath>
                            </m:oMathPara>
                          </a14:m>
                          <a:endParaRPr lang="en-US">
                            <a:effectLst/>
                            <a:latin typeface="Google Sans Text"/>
                          </a:endParaRPr>
                        </a:p>
                      </a:txBody>
                      <a:tcPr marL="114300" marR="114300" marT="76200" marB="76200" anchor="ctr"/>
                    </a:tc>
                    <a:extLst>
                      <a:ext uri="{0D108BD9-81ED-4DB2-BD59-A6C34878D82A}">
                        <a16:rowId xmlns:a16="http://schemas.microsoft.com/office/drawing/2014/main" val="1026927288"/>
                      </a:ext>
                    </a:extLst>
                  </a:tr>
                  <a:tr h="726297">
                    <a:tc>
                      <a:txBody>
                        <a:bodyPr/>
                        <a:lstStyle/>
                        <a:p>
                          <a:pPr>
                            <a:spcAft>
                              <a:spcPts val="2400"/>
                            </a:spcAft>
                            <a:buNone/>
                          </a:pPr>
                          <a:r>
                            <a:rPr lang="en-US">
                              <a:effectLst/>
                            </a:rPr>
                            <a:t>Financial Return</a:t>
                          </a:r>
                          <a:endParaRPr lang="en-US">
                            <a:effectLst/>
                            <a:latin typeface="Google Sans Text"/>
                          </a:endParaRPr>
                        </a:p>
                      </a:txBody>
                      <a:tcPr marL="114300" marR="114300" marT="76200" marB="76200" anchor="ctr"/>
                    </a:tc>
                    <a:tc>
                      <a:txBody>
                        <a:bodyPr/>
                        <a:lstStyle/>
                        <a:p>
                          <a:pPr>
                            <a:spcAft>
                              <a:spcPts val="2400"/>
                            </a:spcAft>
                            <a:buNone/>
                          </a:pPr>
                          <a:r>
                            <a:rPr lang="en-US">
                              <a:effectLst/>
                            </a:rPr>
                            <a:t>0.20</a:t>
                          </a:r>
                          <a:endParaRPr lang="en-US">
                            <a:effectLst/>
                            <a:latin typeface="Google Sans Text"/>
                          </a:endParaRPr>
                        </a:p>
                      </a:txBody>
                      <a:tcPr marL="114300" marR="114300" marT="76200" marB="76200" anchor="ctr"/>
                    </a:tc>
                    <a:tc>
                      <a:txBody>
                        <a:bodyPr/>
                        <a:lstStyle/>
                        <a:p>
                          <a:pPr>
                            <a:spcAft>
                              <a:spcPts val="2400"/>
                            </a:spcAft>
                            <a:buNone/>
                          </a:pPr>
                          <a:r>
                            <a:rPr lang="en-US">
                              <a:effectLst/>
                            </a:rPr>
                            <a:t>4</a:t>
                          </a:r>
                          <a:endParaRPr lang="en-US">
                            <a:effectLst/>
                            <a:latin typeface="Google Sans Text"/>
                          </a:endParaRPr>
                        </a:p>
                      </a:txBody>
                      <a:tcPr marL="114300" marR="114300" marT="76200" marB="76200" anchor="ctr"/>
                    </a:tc>
                    <a:tc>
                      <a:txBody>
                        <a:bodyPr/>
                        <a:lstStyle/>
                        <a:p>
                          <a:pPr>
                            <a:spcAft>
                              <a:spcPts val="2400"/>
                            </a:spcAft>
                            <a:buNone/>
                          </a:pPr>
                          <a:r>
                            <a:rPr lang="en-US">
                              <a:effectLst/>
                            </a:rPr>
                            <a:t>3</a:t>
                          </a:r>
                          <a:endParaRPr lang="en-US">
                            <a:effectLst/>
                            <a:latin typeface="Google Sans Text"/>
                          </a:endParaRPr>
                        </a:p>
                      </a:txBody>
                      <a:tcPr marL="114300" marR="114300" marT="76200" marB="76200" anchor="ctr"/>
                    </a:tc>
                    <a:tc>
                      <a:txBody>
                        <a:bodyPr/>
                        <a:lstStyle/>
                        <a:p>
                          <a:pPr>
                            <a:spcAft>
                              <a:spcPts val="2400"/>
                            </a:spcAft>
                            <a:buNone/>
                          </a:pPr>
                          <a14:m>
                            <m:oMathPara xmlns:m="http://schemas.openxmlformats.org/officeDocument/2006/math">
                              <m:oMath>
                                <m:r>
                                  <a:rPr lang="en-US" smtClean="0">
                                    <a:latin typeface="Cambria Math" panose="02040503050406030204" pitchFamily="18" charset="0"/>
                                  </a:rPr>
                                  <m:t>0.20</m:t>
                                </m:r>
                                <m:r>
                                  <a:rPr lang="en-US">
                                    <a:latin typeface="Cambria Math" panose="02040503050406030204" pitchFamily="18" charset="0"/>
                                  </a:rPr>
                                  <m:t>×4=0.80</m:t>
                                </m:r>
                              </m:oMath>
                            </m:oMathPara>
                          </a14:m>
                          <a:endParaRPr lang="en-US">
                            <a:effectLst/>
                            <a:latin typeface="Google Sans Text"/>
                          </a:endParaRPr>
                        </a:p>
                      </a:txBody>
                      <a:tcPr marL="114300" marR="114300" marT="76200" marB="76200" anchor="ctr"/>
                    </a:tc>
                    <a:tc>
                      <a:txBody>
                        <a:bodyPr/>
                        <a:lstStyle/>
                        <a:p>
                          <a:pPr>
                            <a:spcAft>
                              <a:spcPts val="2400"/>
                            </a:spcAft>
                            <a:buNone/>
                          </a:pPr>
                          <a14:m>
                            <m:oMathPara xmlns:m="http://schemas.openxmlformats.org/officeDocument/2006/math">
                              <m:oMath>
                                <m:r>
                                  <a:rPr lang="en-US" smtClean="0">
                                    <a:latin typeface="Cambria Math" panose="02040503050406030204" pitchFamily="18" charset="0"/>
                                  </a:rPr>
                                  <m:t>0.20</m:t>
                                </m:r>
                                <m:r>
                                  <a:rPr lang="en-US">
                                    <a:latin typeface="Cambria Math" panose="02040503050406030204" pitchFamily="18" charset="0"/>
                                  </a:rPr>
                                  <m:t>×3=0.60</m:t>
                                </m:r>
                              </m:oMath>
                            </m:oMathPara>
                          </a14:m>
                          <a:endParaRPr lang="en-US">
                            <a:effectLst/>
                            <a:latin typeface="Google Sans Text"/>
                          </a:endParaRPr>
                        </a:p>
                      </a:txBody>
                      <a:tcPr marL="114300" marR="114300" marT="76200" marB="76200" anchor="ctr"/>
                    </a:tc>
                    <a:extLst>
                      <a:ext uri="{0D108BD9-81ED-4DB2-BD59-A6C34878D82A}">
                        <a16:rowId xmlns:a16="http://schemas.microsoft.com/office/drawing/2014/main" val="3338492807"/>
                      </a:ext>
                    </a:extLst>
                  </a:tr>
                  <a:tr h="442094">
                    <a:tc>
                      <a:txBody>
                        <a:bodyPr/>
                        <a:lstStyle/>
                        <a:p>
                          <a:pPr>
                            <a:spcAft>
                              <a:spcPts val="2400"/>
                            </a:spcAft>
                            <a:buNone/>
                          </a:pPr>
                          <a:r>
                            <a:rPr lang="en-US" b="1" dirty="0">
                              <a:effectLst/>
                            </a:rPr>
                            <a:t>Total</a:t>
                          </a:r>
                          <a:endParaRPr lang="en-US" dirty="0">
                            <a:effectLst/>
                            <a:latin typeface="Google Sans Text"/>
                          </a:endParaRPr>
                        </a:p>
                      </a:txBody>
                      <a:tcPr marL="114300" marR="114300" marT="76200" marB="76200" anchor="ctr"/>
                    </a:tc>
                    <a:tc>
                      <a:txBody>
                        <a:bodyPr/>
                        <a:lstStyle/>
                        <a:p>
                          <a:pPr>
                            <a:spcAft>
                              <a:spcPts val="2400"/>
                            </a:spcAft>
                            <a:buNone/>
                          </a:pPr>
                          <a:r>
                            <a:rPr lang="en-US" b="1">
                              <a:effectLst/>
                            </a:rPr>
                            <a:t>1.00</a:t>
                          </a:r>
                          <a:endParaRPr lang="en-US">
                            <a:effectLst/>
                            <a:latin typeface="Google Sans Text"/>
                          </a:endParaRPr>
                        </a:p>
                      </a:txBody>
                      <a:tcPr marL="114300" marR="114300" marT="76200" marB="76200" anchor="ctr"/>
                    </a:tc>
                    <a:tc>
                      <a:txBody>
                        <a:bodyPr/>
                        <a:lstStyle/>
                        <a:p>
                          <a:pPr>
                            <a:spcAft>
                              <a:spcPts val="2400"/>
                            </a:spcAft>
                            <a:buNone/>
                          </a:pPr>
                          <a:r>
                            <a:rPr lang="en-US">
                              <a:effectLst/>
                            </a:rPr>
                            <a:t>—</a:t>
                          </a:r>
                          <a:endParaRPr lang="en-US">
                            <a:effectLst/>
                            <a:latin typeface="Google Sans Text"/>
                          </a:endParaRPr>
                        </a:p>
                      </a:txBody>
                      <a:tcPr marL="114300" marR="114300" marT="76200" marB="76200" anchor="ctr"/>
                    </a:tc>
                    <a:tc>
                      <a:txBody>
                        <a:bodyPr/>
                        <a:lstStyle/>
                        <a:p>
                          <a:pPr>
                            <a:spcAft>
                              <a:spcPts val="2400"/>
                            </a:spcAft>
                            <a:buNone/>
                          </a:pPr>
                          <a:r>
                            <a:rPr lang="en-US">
                              <a:effectLst/>
                            </a:rPr>
                            <a:t>—</a:t>
                          </a:r>
                          <a:endParaRPr lang="en-US">
                            <a:effectLst/>
                            <a:latin typeface="Google Sans Text"/>
                          </a:endParaRPr>
                        </a:p>
                      </a:txBody>
                      <a:tcPr marL="114300" marR="114300" marT="76200" marB="76200" anchor="ctr"/>
                    </a:tc>
                    <a:tc>
                      <a:txBody>
                        <a:bodyPr/>
                        <a:lstStyle/>
                        <a:p>
                          <a:pPr>
                            <a:spcAft>
                              <a:spcPts val="2400"/>
                            </a:spcAft>
                            <a:buNone/>
                          </a:pPr>
                          <a:r>
                            <a:rPr lang="en-US" b="1">
                              <a:effectLst/>
                            </a:rPr>
                            <a:t>4.15</a:t>
                          </a:r>
                          <a:endParaRPr lang="en-US">
                            <a:effectLst/>
                            <a:latin typeface="Google Sans Text"/>
                          </a:endParaRPr>
                        </a:p>
                      </a:txBody>
                      <a:tcPr marL="114300" marR="114300" marT="76200" marB="76200" anchor="ctr"/>
                    </a:tc>
                    <a:tc>
                      <a:txBody>
                        <a:bodyPr/>
                        <a:lstStyle/>
                        <a:p>
                          <a:pPr>
                            <a:spcAft>
                              <a:spcPts val="2400"/>
                            </a:spcAft>
                            <a:buNone/>
                          </a:pPr>
                          <a:r>
                            <a:rPr lang="en-US" b="1" dirty="0">
                              <a:effectLst/>
                            </a:rPr>
                            <a:t>3.85</a:t>
                          </a:r>
                          <a:endParaRPr lang="en-US" dirty="0">
                            <a:effectLst/>
                            <a:latin typeface="Google Sans Text"/>
                          </a:endParaRPr>
                        </a:p>
                      </a:txBody>
                      <a:tcPr marL="114300" marR="114300" marT="76200" marB="76200" anchor="ctr"/>
                    </a:tc>
                    <a:extLst>
                      <a:ext uri="{0D108BD9-81ED-4DB2-BD59-A6C34878D82A}">
                        <a16:rowId xmlns:a16="http://schemas.microsoft.com/office/drawing/2014/main" val="1593160567"/>
                      </a:ext>
                    </a:extLst>
                  </a:tr>
                </a:tbl>
              </a:graphicData>
            </a:graphic>
          </p:graphicFrame>
        </mc:Choice>
        <mc:Fallback xmlns="">
          <p:graphicFrame>
            <p:nvGraphicFramePr>
              <p:cNvPr id="2" name="Table 1">
                <a:extLst>
                  <a:ext uri="{FF2B5EF4-FFF2-40B4-BE49-F238E27FC236}">
                    <a16:creationId xmlns:a16="http://schemas.microsoft.com/office/drawing/2014/main" id="{BE8FF1B3-A060-B921-FFA7-D1D08E6A6762}"/>
                  </a:ext>
                </a:extLst>
              </p:cNvPr>
              <p:cNvGraphicFramePr>
                <a:graphicFrameLocks noGrp="1"/>
              </p:cNvGraphicFramePr>
              <p:nvPr>
                <p:extLst>
                  <p:ext uri="{D42A27DB-BD31-4B8C-83A1-F6EECF244321}">
                    <p14:modId xmlns:p14="http://schemas.microsoft.com/office/powerpoint/2010/main" val="1946386597"/>
                  </p:ext>
                </p:extLst>
              </p:nvPr>
            </p:nvGraphicFramePr>
            <p:xfrm>
              <a:off x="464949" y="1255362"/>
              <a:ext cx="11081286" cy="4094471"/>
            </p:xfrm>
            <a:graphic>
              <a:graphicData uri="http://schemas.openxmlformats.org/drawingml/2006/table">
                <a:tbl>
                  <a:tblPr>
                    <a:tableStyleId>{3C2FFA5D-87B4-456A-9821-1D502468CF0F}</a:tableStyleId>
                  </a:tblPr>
                  <a:tblGrid>
                    <a:gridCol w="1846881">
                      <a:extLst>
                        <a:ext uri="{9D8B030D-6E8A-4147-A177-3AD203B41FA5}">
                          <a16:colId xmlns:a16="http://schemas.microsoft.com/office/drawing/2014/main" val="3099457368"/>
                        </a:ext>
                      </a:extLst>
                    </a:gridCol>
                    <a:gridCol w="1846881">
                      <a:extLst>
                        <a:ext uri="{9D8B030D-6E8A-4147-A177-3AD203B41FA5}">
                          <a16:colId xmlns:a16="http://schemas.microsoft.com/office/drawing/2014/main" val="4183837339"/>
                        </a:ext>
                      </a:extLst>
                    </a:gridCol>
                    <a:gridCol w="1846881">
                      <a:extLst>
                        <a:ext uri="{9D8B030D-6E8A-4147-A177-3AD203B41FA5}">
                          <a16:colId xmlns:a16="http://schemas.microsoft.com/office/drawing/2014/main" val="3455635135"/>
                        </a:ext>
                      </a:extLst>
                    </a:gridCol>
                    <a:gridCol w="1846881">
                      <a:extLst>
                        <a:ext uri="{9D8B030D-6E8A-4147-A177-3AD203B41FA5}">
                          <a16:colId xmlns:a16="http://schemas.microsoft.com/office/drawing/2014/main" val="2010318473"/>
                        </a:ext>
                      </a:extLst>
                    </a:gridCol>
                    <a:gridCol w="1846881">
                      <a:extLst>
                        <a:ext uri="{9D8B030D-6E8A-4147-A177-3AD203B41FA5}">
                          <a16:colId xmlns:a16="http://schemas.microsoft.com/office/drawing/2014/main" val="3879632853"/>
                        </a:ext>
                      </a:extLst>
                    </a:gridCol>
                    <a:gridCol w="1846881">
                      <a:extLst>
                        <a:ext uri="{9D8B030D-6E8A-4147-A177-3AD203B41FA5}">
                          <a16:colId xmlns:a16="http://schemas.microsoft.com/office/drawing/2014/main" val="1951888957"/>
                        </a:ext>
                      </a:extLst>
                    </a:gridCol>
                  </a:tblGrid>
                  <a:tr h="726297">
                    <a:tc>
                      <a:txBody>
                        <a:bodyPr/>
                        <a:lstStyle/>
                        <a:p>
                          <a:pPr>
                            <a:spcAft>
                              <a:spcPts val="2400"/>
                            </a:spcAft>
                            <a:buNone/>
                          </a:pPr>
                          <a:r>
                            <a:rPr lang="en-US" b="1" dirty="0">
                              <a:effectLst/>
                            </a:rPr>
                            <a:t>Criterion</a:t>
                          </a:r>
                          <a:endParaRPr lang="en-US" dirty="0">
                            <a:effectLst/>
                            <a:latin typeface="Google Sans Text"/>
                          </a:endParaRPr>
                        </a:p>
                      </a:txBody>
                      <a:tcPr marL="114300" marR="114300" marT="76200" marB="76200" anchor="ctr"/>
                    </a:tc>
                    <a:tc>
                      <a:txBody>
                        <a:bodyPr/>
                        <a:lstStyle/>
                        <a:p>
                          <a:pPr>
                            <a:spcAft>
                              <a:spcPts val="2400"/>
                            </a:spcAft>
                            <a:buNone/>
                          </a:pPr>
                          <a:r>
                            <a:rPr lang="en-US" b="1">
                              <a:effectLst/>
                            </a:rPr>
                            <a:t>Weight (Wi​)</a:t>
                          </a:r>
                          <a:endParaRPr lang="en-US">
                            <a:effectLst/>
                            <a:latin typeface="Google Sans Text"/>
                          </a:endParaRPr>
                        </a:p>
                      </a:txBody>
                      <a:tcPr marL="114300" marR="114300" marT="76200" marB="76200" anchor="ctr"/>
                    </a:tc>
                    <a:tc>
                      <a:txBody>
                        <a:bodyPr/>
                        <a:lstStyle/>
                        <a:p>
                          <a:pPr>
                            <a:spcAft>
                              <a:spcPts val="2400"/>
                            </a:spcAft>
                            <a:buNone/>
                          </a:pPr>
                          <a:r>
                            <a:rPr lang="en-US" b="1" dirty="0">
                              <a:effectLst/>
                            </a:rPr>
                            <a:t>Project A Score (SA​)</a:t>
                          </a:r>
                          <a:endParaRPr lang="en-US" dirty="0">
                            <a:effectLst/>
                            <a:latin typeface="Google Sans Text"/>
                          </a:endParaRPr>
                        </a:p>
                      </a:txBody>
                      <a:tcPr marL="114300" marR="114300" marT="76200" marB="76200" anchor="ctr"/>
                    </a:tc>
                    <a:tc>
                      <a:txBody>
                        <a:bodyPr/>
                        <a:lstStyle/>
                        <a:p>
                          <a:pPr>
                            <a:spcAft>
                              <a:spcPts val="2400"/>
                            </a:spcAft>
                            <a:buNone/>
                          </a:pPr>
                          <a:r>
                            <a:rPr lang="en-US" b="1" dirty="0">
                              <a:effectLst/>
                            </a:rPr>
                            <a:t>Project B Score (SB​)</a:t>
                          </a:r>
                          <a:endParaRPr lang="en-US" dirty="0">
                            <a:effectLst/>
                            <a:latin typeface="Google Sans Text"/>
                          </a:endParaRPr>
                        </a:p>
                      </a:txBody>
                      <a:tcPr marL="114300" marR="114300" marT="76200" marB="76200" anchor="ctr"/>
                    </a:tc>
                    <a:tc>
                      <a:txBody>
                        <a:bodyPr/>
                        <a:lstStyle/>
                        <a:p>
                          <a:pPr>
                            <a:spcAft>
                              <a:spcPts val="2400"/>
                            </a:spcAft>
                            <a:buNone/>
                          </a:pPr>
                          <a:r>
                            <a:rPr lang="en-US" b="1">
                              <a:effectLst/>
                            </a:rPr>
                            <a:t>Product A Weighted</a:t>
                          </a:r>
                          <a:endParaRPr lang="en-US">
                            <a:effectLst/>
                            <a:latin typeface="Google Sans Text"/>
                          </a:endParaRPr>
                        </a:p>
                      </a:txBody>
                      <a:tcPr marL="114300" marR="114300" marT="76200" marB="76200" anchor="ctr"/>
                    </a:tc>
                    <a:tc>
                      <a:txBody>
                        <a:bodyPr/>
                        <a:lstStyle/>
                        <a:p>
                          <a:pPr>
                            <a:spcAft>
                              <a:spcPts val="2400"/>
                            </a:spcAft>
                            <a:buNone/>
                          </a:pPr>
                          <a:r>
                            <a:rPr lang="en-US" b="1">
                              <a:effectLst/>
                            </a:rPr>
                            <a:t>Product B Weighted</a:t>
                          </a:r>
                          <a:endParaRPr lang="en-US">
                            <a:effectLst/>
                            <a:latin typeface="Google Sans Text"/>
                          </a:endParaRPr>
                        </a:p>
                      </a:txBody>
                      <a:tcPr marL="114300" marR="114300" marT="76200" marB="76200" anchor="ctr"/>
                    </a:tc>
                    <a:extLst>
                      <a:ext uri="{0D108BD9-81ED-4DB2-BD59-A6C34878D82A}">
                        <a16:rowId xmlns:a16="http://schemas.microsoft.com/office/drawing/2014/main" val="1379812800"/>
                      </a:ext>
                    </a:extLst>
                  </a:tr>
                  <a:tr h="731520">
                    <a:tc>
                      <a:txBody>
                        <a:bodyPr/>
                        <a:lstStyle/>
                        <a:p>
                          <a:pPr>
                            <a:spcAft>
                              <a:spcPts val="2400"/>
                            </a:spcAft>
                            <a:buNone/>
                          </a:pPr>
                          <a:r>
                            <a:rPr lang="en-US">
                              <a:effectLst/>
                            </a:rPr>
                            <a:t>Market Demand</a:t>
                          </a:r>
                          <a:endParaRPr lang="en-US">
                            <a:effectLst/>
                            <a:latin typeface="Google Sans Text"/>
                          </a:endParaRPr>
                        </a:p>
                      </a:txBody>
                      <a:tcPr marL="114300" marR="114300" marT="76200" marB="76200" anchor="ctr"/>
                    </a:tc>
                    <a:tc>
                      <a:txBody>
                        <a:bodyPr/>
                        <a:lstStyle/>
                        <a:p>
                          <a:pPr>
                            <a:spcAft>
                              <a:spcPts val="2400"/>
                            </a:spcAft>
                            <a:buNone/>
                          </a:pPr>
                          <a:r>
                            <a:rPr lang="en-US">
                              <a:effectLst/>
                            </a:rPr>
                            <a:t>0.35</a:t>
                          </a:r>
                          <a:endParaRPr lang="en-US">
                            <a:effectLst/>
                            <a:latin typeface="Google Sans Text"/>
                          </a:endParaRPr>
                        </a:p>
                      </a:txBody>
                      <a:tcPr marL="114300" marR="114300" marT="76200" marB="76200" anchor="ctr"/>
                    </a:tc>
                    <a:tc>
                      <a:txBody>
                        <a:bodyPr/>
                        <a:lstStyle/>
                        <a:p>
                          <a:pPr>
                            <a:spcAft>
                              <a:spcPts val="2400"/>
                            </a:spcAft>
                            <a:buNone/>
                          </a:pPr>
                          <a:r>
                            <a:rPr lang="en-US" dirty="0">
                              <a:effectLst/>
                            </a:rPr>
                            <a:t>4</a:t>
                          </a:r>
                          <a:endParaRPr lang="en-US" dirty="0">
                            <a:effectLst/>
                            <a:latin typeface="Google Sans Text"/>
                          </a:endParaRPr>
                        </a:p>
                      </a:txBody>
                      <a:tcPr marL="114300" marR="114300" marT="76200" marB="76200" anchor="ctr"/>
                    </a:tc>
                    <a:tc>
                      <a:txBody>
                        <a:bodyPr/>
                        <a:lstStyle/>
                        <a:p>
                          <a:pPr>
                            <a:spcAft>
                              <a:spcPts val="2400"/>
                            </a:spcAft>
                            <a:buNone/>
                          </a:pPr>
                          <a:r>
                            <a:rPr lang="en-US">
                              <a:effectLst/>
                            </a:rPr>
                            <a:t>5</a:t>
                          </a:r>
                          <a:endParaRPr lang="en-US">
                            <a:effectLst/>
                            <a:latin typeface="Google Sans Text"/>
                          </a:endParaRPr>
                        </a:p>
                      </a:txBody>
                      <a:tcPr marL="114300" marR="114300" marT="76200" marB="76200" anchor="ctr"/>
                    </a:tc>
                    <a:tc>
                      <a:txBody>
                        <a:bodyPr/>
                        <a:lstStyle/>
                        <a:p>
                          <a:endParaRPr lang="en-US"/>
                        </a:p>
                      </a:txBody>
                      <a:tcPr marL="114300" marR="114300" marT="76200" marB="76200" anchor="ctr">
                        <a:blipFill>
                          <a:blip r:embed="rId2"/>
                          <a:stretch>
                            <a:fillRect l="-400660" t="-99174" r="-100660" b="-366116"/>
                          </a:stretch>
                        </a:blipFill>
                      </a:tcPr>
                    </a:tc>
                    <a:tc>
                      <a:txBody>
                        <a:bodyPr/>
                        <a:lstStyle/>
                        <a:p>
                          <a:endParaRPr lang="en-US"/>
                        </a:p>
                      </a:txBody>
                      <a:tcPr marL="114300" marR="114300" marT="76200" marB="76200" anchor="ctr">
                        <a:blipFill>
                          <a:blip r:embed="rId2"/>
                          <a:stretch>
                            <a:fillRect l="-500660" t="-99174" r="-660" b="-366116"/>
                          </a:stretch>
                        </a:blipFill>
                      </a:tcPr>
                    </a:tc>
                    <a:extLst>
                      <a:ext uri="{0D108BD9-81ED-4DB2-BD59-A6C34878D82A}">
                        <a16:rowId xmlns:a16="http://schemas.microsoft.com/office/drawing/2014/main" val="1994164514"/>
                      </a:ext>
                    </a:extLst>
                  </a:tr>
                  <a:tr h="731520">
                    <a:tc>
                      <a:txBody>
                        <a:bodyPr/>
                        <a:lstStyle/>
                        <a:p>
                          <a:pPr>
                            <a:spcAft>
                              <a:spcPts val="2400"/>
                            </a:spcAft>
                            <a:buNone/>
                          </a:pPr>
                          <a:r>
                            <a:rPr lang="en-US">
                              <a:effectLst/>
                            </a:rPr>
                            <a:t>Tech Feasibility</a:t>
                          </a:r>
                          <a:endParaRPr lang="en-US">
                            <a:effectLst/>
                            <a:latin typeface="Google Sans Text"/>
                          </a:endParaRPr>
                        </a:p>
                      </a:txBody>
                      <a:tcPr marL="114300" marR="114300" marT="76200" marB="76200" anchor="ctr"/>
                    </a:tc>
                    <a:tc>
                      <a:txBody>
                        <a:bodyPr/>
                        <a:lstStyle/>
                        <a:p>
                          <a:pPr>
                            <a:spcAft>
                              <a:spcPts val="2400"/>
                            </a:spcAft>
                            <a:buNone/>
                          </a:pPr>
                          <a:r>
                            <a:rPr lang="en-US">
                              <a:effectLst/>
                            </a:rPr>
                            <a:t>0.30</a:t>
                          </a:r>
                          <a:endParaRPr lang="en-US">
                            <a:effectLst/>
                            <a:latin typeface="Google Sans Text"/>
                          </a:endParaRPr>
                        </a:p>
                      </a:txBody>
                      <a:tcPr marL="114300" marR="114300" marT="76200" marB="76200" anchor="ctr"/>
                    </a:tc>
                    <a:tc>
                      <a:txBody>
                        <a:bodyPr/>
                        <a:lstStyle/>
                        <a:p>
                          <a:pPr>
                            <a:spcAft>
                              <a:spcPts val="2400"/>
                            </a:spcAft>
                            <a:buNone/>
                          </a:pPr>
                          <a:r>
                            <a:rPr lang="en-US">
                              <a:effectLst/>
                            </a:rPr>
                            <a:t>5</a:t>
                          </a:r>
                          <a:endParaRPr lang="en-US">
                            <a:effectLst/>
                            <a:latin typeface="Google Sans Text"/>
                          </a:endParaRPr>
                        </a:p>
                      </a:txBody>
                      <a:tcPr marL="114300" marR="114300" marT="76200" marB="76200" anchor="ctr"/>
                    </a:tc>
                    <a:tc>
                      <a:txBody>
                        <a:bodyPr/>
                        <a:lstStyle/>
                        <a:p>
                          <a:pPr>
                            <a:spcAft>
                              <a:spcPts val="2400"/>
                            </a:spcAft>
                            <a:buNone/>
                          </a:pPr>
                          <a:r>
                            <a:rPr lang="en-US">
                              <a:effectLst/>
                            </a:rPr>
                            <a:t>3</a:t>
                          </a:r>
                          <a:endParaRPr lang="en-US">
                            <a:effectLst/>
                            <a:latin typeface="Google Sans Text"/>
                          </a:endParaRPr>
                        </a:p>
                      </a:txBody>
                      <a:tcPr marL="114300" marR="114300" marT="76200" marB="76200" anchor="ctr"/>
                    </a:tc>
                    <a:tc>
                      <a:txBody>
                        <a:bodyPr/>
                        <a:lstStyle/>
                        <a:p>
                          <a:endParaRPr lang="en-US"/>
                        </a:p>
                      </a:txBody>
                      <a:tcPr marL="114300" marR="114300" marT="76200" marB="76200" anchor="ctr">
                        <a:blipFill>
                          <a:blip r:embed="rId2"/>
                          <a:stretch>
                            <a:fillRect l="-400660" t="-200833" r="-100660" b="-269167"/>
                          </a:stretch>
                        </a:blipFill>
                      </a:tcPr>
                    </a:tc>
                    <a:tc>
                      <a:txBody>
                        <a:bodyPr/>
                        <a:lstStyle/>
                        <a:p>
                          <a:endParaRPr lang="en-US"/>
                        </a:p>
                      </a:txBody>
                      <a:tcPr marL="114300" marR="114300" marT="76200" marB="76200" anchor="ctr">
                        <a:blipFill>
                          <a:blip r:embed="rId2"/>
                          <a:stretch>
                            <a:fillRect l="-500660" t="-200833" r="-660" b="-269167"/>
                          </a:stretch>
                        </a:blipFill>
                      </a:tcPr>
                    </a:tc>
                    <a:extLst>
                      <a:ext uri="{0D108BD9-81ED-4DB2-BD59-A6C34878D82A}">
                        <a16:rowId xmlns:a16="http://schemas.microsoft.com/office/drawing/2014/main" val="3322084745"/>
                      </a:ext>
                    </a:extLst>
                  </a:tr>
                  <a:tr h="731520">
                    <a:tc>
                      <a:txBody>
                        <a:bodyPr/>
                        <a:lstStyle/>
                        <a:p>
                          <a:pPr>
                            <a:spcAft>
                              <a:spcPts val="2400"/>
                            </a:spcAft>
                            <a:buNone/>
                          </a:pPr>
                          <a:r>
                            <a:rPr lang="en-US">
                              <a:effectLst/>
                            </a:rPr>
                            <a:t>Raw Material</a:t>
                          </a:r>
                          <a:endParaRPr lang="en-US">
                            <a:effectLst/>
                            <a:latin typeface="Google Sans Text"/>
                          </a:endParaRPr>
                        </a:p>
                      </a:txBody>
                      <a:tcPr marL="114300" marR="114300" marT="76200" marB="76200" anchor="ctr"/>
                    </a:tc>
                    <a:tc>
                      <a:txBody>
                        <a:bodyPr/>
                        <a:lstStyle/>
                        <a:p>
                          <a:pPr>
                            <a:spcAft>
                              <a:spcPts val="2400"/>
                            </a:spcAft>
                            <a:buNone/>
                          </a:pPr>
                          <a:r>
                            <a:rPr lang="en-US">
                              <a:effectLst/>
                            </a:rPr>
                            <a:t>0.15</a:t>
                          </a:r>
                          <a:endParaRPr lang="en-US">
                            <a:effectLst/>
                            <a:latin typeface="Google Sans Text"/>
                          </a:endParaRPr>
                        </a:p>
                      </a:txBody>
                      <a:tcPr marL="114300" marR="114300" marT="76200" marB="76200" anchor="ctr"/>
                    </a:tc>
                    <a:tc>
                      <a:txBody>
                        <a:bodyPr/>
                        <a:lstStyle/>
                        <a:p>
                          <a:pPr>
                            <a:spcAft>
                              <a:spcPts val="2400"/>
                            </a:spcAft>
                            <a:buNone/>
                          </a:pPr>
                          <a:r>
                            <a:rPr lang="en-US">
                              <a:effectLst/>
                            </a:rPr>
                            <a:t>3</a:t>
                          </a:r>
                          <a:endParaRPr lang="en-US">
                            <a:effectLst/>
                            <a:latin typeface="Google Sans Text"/>
                          </a:endParaRPr>
                        </a:p>
                      </a:txBody>
                      <a:tcPr marL="114300" marR="114300" marT="76200" marB="76200" anchor="ctr"/>
                    </a:tc>
                    <a:tc>
                      <a:txBody>
                        <a:bodyPr/>
                        <a:lstStyle/>
                        <a:p>
                          <a:pPr>
                            <a:spcAft>
                              <a:spcPts val="2400"/>
                            </a:spcAft>
                            <a:buNone/>
                          </a:pPr>
                          <a:r>
                            <a:rPr lang="en-US">
                              <a:effectLst/>
                            </a:rPr>
                            <a:t>4</a:t>
                          </a:r>
                          <a:endParaRPr lang="en-US">
                            <a:effectLst/>
                            <a:latin typeface="Google Sans Text"/>
                          </a:endParaRPr>
                        </a:p>
                      </a:txBody>
                      <a:tcPr marL="114300" marR="114300" marT="76200" marB="76200" anchor="ctr"/>
                    </a:tc>
                    <a:tc>
                      <a:txBody>
                        <a:bodyPr/>
                        <a:lstStyle/>
                        <a:p>
                          <a:endParaRPr lang="en-US"/>
                        </a:p>
                      </a:txBody>
                      <a:tcPr marL="114300" marR="114300" marT="76200" marB="76200" anchor="ctr">
                        <a:blipFill>
                          <a:blip r:embed="rId2"/>
                          <a:stretch>
                            <a:fillRect l="-400660" t="-300833" r="-100660" b="-169167"/>
                          </a:stretch>
                        </a:blipFill>
                      </a:tcPr>
                    </a:tc>
                    <a:tc>
                      <a:txBody>
                        <a:bodyPr/>
                        <a:lstStyle/>
                        <a:p>
                          <a:endParaRPr lang="en-US"/>
                        </a:p>
                      </a:txBody>
                      <a:tcPr marL="114300" marR="114300" marT="76200" marB="76200" anchor="ctr">
                        <a:blipFill>
                          <a:blip r:embed="rId2"/>
                          <a:stretch>
                            <a:fillRect l="-500660" t="-300833" r="-660" b="-169167"/>
                          </a:stretch>
                        </a:blipFill>
                      </a:tcPr>
                    </a:tc>
                    <a:extLst>
                      <a:ext uri="{0D108BD9-81ED-4DB2-BD59-A6C34878D82A}">
                        <a16:rowId xmlns:a16="http://schemas.microsoft.com/office/drawing/2014/main" val="1026927288"/>
                      </a:ext>
                    </a:extLst>
                  </a:tr>
                  <a:tr h="731520">
                    <a:tc>
                      <a:txBody>
                        <a:bodyPr/>
                        <a:lstStyle/>
                        <a:p>
                          <a:pPr>
                            <a:spcAft>
                              <a:spcPts val="2400"/>
                            </a:spcAft>
                            <a:buNone/>
                          </a:pPr>
                          <a:r>
                            <a:rPr lang="en-US">
                              <a:effectLst/>
                            </a:rPr>
                            <a:t>Financial Return</a:t>
                          </a:r>
                          <a:endParaRPr lang="en-US">
                            <a:effectLst/>
                            <a:latin typeface="Google Sans Text"/>
                          </a:endParaRPr>
                        </a:p>
                      </a:txBody>
                      <a:tcPr marL="114300" marR="114300" marT="76200" marB="76200" anchor="ctr"/>
                    </a:tc>
                    <a:tc>
                      <a:txBody>
                        <a:bodyPr/>
                        <a:lstStyle/>
                        <a:p>
                          <a:pPr>
                            <a:spcAft>
                              <a:spcPts val="2400"/>
                            </a:spcAft>
                            <a:buNone/>
                          </a:pPr>
                          <a:r>
                            <a:rPr lang="en-US">
                              <a:effectLst/>
                            </a:rPr>
                            <a:t>0.20</a:t>
                          </a:r>
                          <a:endParaRPr lang="en-US">
                            <a:effectLst/>
                            <a:latin typeface="Google Sans Text"/>
                          </a:endParaRPr>
                        </a:p>
                      </a:txBody>
                      <a:tcPr marL="114300" marR="114300" marT="76200" marB="76200" anchor="ctr"/>
                    </a:tc>
                    <a:tc>
                      <a:txBody>
                        <a:bodyPr/>
                        <a:lstStyle/>
                        <a:p>
                          <a:pPr>
                            <a:spcAft>
                              <a:spcPts val="2400"/>
                            </a:spcAft>
                            <a:buNone/>
                          </a:pPr>
                          <a:r>
                            <a:rPr lang="en-US">
                              <a:effectLst/>
                            </a:rPr>
                            <a:t>4</a:t>
                          </a:r>
                          <a:endParaRPr lang="en-US">
                            <a:effectLst/>
                            <a:latin typeface="Google Sans Text"/>
                          </a:endParaRPr>
                        </a:p>
                      </a:txBody>
                      <a:tcPr marL="114300" marR="114300" marT="76200" marB="76200" anchor="ctr"/>
                    </a:tc>
                    <a:tc>
                      <a:txBody>
                        <a:bodyPr/>
                        <a:lstStyle/>
                        <a:p>
                          <a:pPr>
                            <a:spcAft>
                              <a:spcPts val="2400"/>
                            </a:spcAft>
                            <a:buNone/>
                          </a:pPr>
                          <a:r>
                            <a:rPr lang="en-US">
                              <a:effectLst/>
                            </a:rPr>
                            <a:t>3</a:t>
                          </a:r>
                          <a:endParaRPr lang="en-US">
                            <a:effectLst/>
                            <a:latin typeface="Google Sans Text"/>
                          </a:endParaRPr>
                        </a:p>
                      </a:txBody>
                      <a:tcPr marL="114300" marR="114300" marT="76200" marB="76200" anchor="ctr"/>
                    </a:tc>
                    <a:tc>
                      <a:txBody>
                        <a:bodyPr/>
                        <a:lstStyle/>
                        <a:p>
                          <a:endParaRPr lang="en-US"/>
                        </a:p>
                      </a:txBody>
                      <a:tcPr marL="114300" marR="114300" marT="76200" marB="76200" anchor="ctr">
                        <a:blipFill>
                          <a:blip r:embed="rId2"/>
                          <a:stretch>
                            <a:fillRect l="-400660" t="-400833" r="-100660" b="-69167"/>
                          </a:stretch>
                        </a:blipFill>
                      </a:tcPr>
                    </a:tc>
                    <a:tc>
                      <a:txBody>
                        <a:bodyPr/>
                        <a:lstStyle/>
                        <a:p>
                          <a:endParaRPr lang="en-US"/>
                        </a:p>
                      </a:txBody>
                      <a:tcPr marL="114300" marR="114300" marT="76200" marB="76200" anchor="ctr">
                        <a:blipFill>
                          <a:blip r:embed="rId2"/>
                          <a:stretch>
                            <a:fillRect l="-500660" t="-400833" r="-660" b="-69167"/>
                          </a:stretch>
                        </a:blipFill>
                      </a:tcPr>
                    </a:tc>
                    <a:extLst>
                      <a:ext uri="{0D108BD9-81ED-4DB2-BD59-A6C34878D82A}">
                        <a16:rowId xmlns:a16="http://schemas.microsoft.com/office/drawing/2014/main" val="3338492807"/>
                      </a:ext>
                    </a:extLst>
                  </a:tr>
                  <a:tr h="442094">
                    <a:tc>
                      <a:txBody>
                        <a:bodyPr/>
                        <a:lstStyle/>
                        <a:p>
                          <a:pPr>
                            <a:spcAft>
                              <a:spcPts val="2400"/>
                            </a:spcAft>
                            <a:buNone/>
                          </a:pPr>
                          <a:r>
                            <a:rPr lang="en-US" b="1" dirty="0">
                              <a:effectLst/>
                            </a:rPr>
                            <a:t>Total</a:t>
                          </a:r>
                          <a:endParaRPr lang="en-US" dirty="0">
                            <a:effectLst/>
                            <a:latin typeface="Google Sans Text"/>
                          </a:endParaRPr>
                        </a:p>
                      </a:txBody>
                      <a:tcPr marL="114300" marR="114300" marT="76200" marB="76200" anchor="ctr"/>
                    </a:tc>
                    <a:tc>
                      <a:txBody>
                        <a:bodyPr/>
                        <a:lstStyle/>
                        <a:p>
                          <a:pPr>
                            <a:spcAft>
                              <a:spcPts val="2400"/>
                            </a:spcAft>
                            <a:buNone/>
                          </a:pPr>
                          <a:r>
                            <a:rPr lang="en-US" b="1">
                              <a:effectLst/>
                            </a:rPr>
                            <a:t>1.00</a:t>
                          </a:r>
                          <a:endParaRPr lang="en-US">
                            <a:effectLst/>
                            <a:latin typeface="Google Sans Text"/>
                          </a:endParaRPr>
                        </a:p>
                      </a:txBody>
                      <a:tcPr marL="114300" marR="114300" marT="76200" marB="76200" anchor="ctr"/>
                    </a:tc>
                    <a:tc>
                      <a:txBody>
                        <a:bodyPr/>
                        <a:lstStyle/>
                        <a:p>
                          <a:pPr>
                            <a:spcAft>
                              <a:spcPts val="2400"/>
                            </a:spcAft>
                            <a:buNone/>
                          </a:pPr>
                          <a:r>
                            <a:rPr lang="en-US">
                              <a:effectLst/>
                            </a:rPr>
                            <a:t>—</a:t>
                          </a:r>
                          <a:endParaRPr lang="en-US">
                            <a:effectLst/>
                            <a:latin typeface="Google Sans Text"/>
                          </a:endParaRPr>
                        </a:p>
                      </a:txBody>
                      <a:tcPr marL="114300" marR="114300" marT="76200" marB="76200" anchor="ctr"/>
                    </a:tc>
                    <a:tc>
                      <a:txBody>
                        <a:bodyPr/>
                        <a:lstStyle/>
                        <a:p>
                          <a:pPr>
                            <a:spcAft>
                              <a:spcPts val="2400"/>
                            </a:spcAft>
                            <a:buNone/>
                          </a:pPr>
                          <a:r>
                            <a:rPr lang="en-US">
                              <a:effectLst/>
                            </a:rPr>
                            <a:t>—</a:t>
                          </a:r>
                          <a:endParaRPr lang="en-US">
                            <a:effectLst/>
                            <a:latin typeface="Google Sans Text"/>
                          </a:endParaRPr>
                        </a:p>
                      </a:txBody>
                      <a:tcPr marL="114300" marR="114300" marT="76200" marB="76200" anchor="ctr"/>
                    </a:tc>
                    <a:tc>
                      <a:txBody>
                        <a:bodyPr/>
                        <a:lstStyle/>
                        <a:p>
                          <a:pPr>
                            <a:spcAft>
                              <a:spcPts val="2400"/>
                            </a:spcAft>
                            <a:buNone/>
                          </a:pPr>
                          <a:r>
                            <a:rPr lang="en-US" b="1">
                              <a:effectLst/>
                            </a:rPr>
                            <a:t>4.15</a:t>
                          </a:r>
                          <a:endParaRPr lang="en-US">
                            <a:effectLst/>
                            <a:latin typeface="Google Sans Text"/>
                          </a:endParaRPr>
                        </a:p>
                      </a:txBody>
                      <a:tcPr marL="114300" marR="114300" marT="76200" marB="76200" anchor="ctr"/>
                    </a:tc>
                    <a:tc>
                      <a:txBody>
                        <a:bodyPr/>
                        <a:lstStyle/>
                        <a:p>
                          <a:pPr>
                            <a:spcAft>
                              <a:spcPts val="2400"/>
                            </a:spcAft>
                            <a:buNone/>
                          </a:pPr>
                          <a:r>
                            <a:rPr lang="en-US" b="1" dirty="0">
                              <a:effectLst/>
                            </a:rPr>
                            <a:t>3.85</a:t>
                          </a:r>
                          <a:endParaRPr lang="en-US" dirty="0">
                            <a:effectLst/>
                            <a:latin typeface="Google Sans Text"/>
                          </a:endParaRPr>
                        </a:p>
                      </a:txBody>
                      <a:tcPr marL="114300" marR="114300" marT="76200" marB="76200" anchor="ctr"/>
                    </a:tc>
                    <a:extLst>
                      <a:ext uri="{0D108BD9-81ED-4DB2-BD59-A6C34878D82A}">
                        <a16:rowId xmlns:a16="http://schemas.microsoft.com/office/drawing/2014/main" val="1593160567"/>
                      </a:ext>
                    </a:extLst>
                  </a:tr>
                </a:tbl>
              </a:graphicData>
            </a:graphic>
          </p:graphicFrame>
        </mc:Fallback>
      </mc:AlternateContent>
      <p:sp>
        <p:nvSpPr>
          <p:cNvPr id="5" name="TextBox 4">
            <a:extLst>
              <a:ext uri="{FF2B5EF4-FFF2-40B4-BE49-F238E27FC236}">
                <a16:creationId xmlns:a16="http://schemas.microsoft.com/office/drawing/2014/main" id="{42094043-2198-B954-EF91-97971C4D3510}"/>
              </a:ext>
            </a:extLst>
          </p:cNvPr>
          <p:cNvSpPr txBox="1"/>
          <p:nvPr/>
        </p:nvSpPr>
        <p:spPr>
          <a:xfrm>
            <a:off x="1984828" y="5651430"/>
            <a:ext cx="7872093" cy="369332"/>
          </a:xfrm>
          <a:prstGeom prst="rect">
            <a:avLst/>
          </a:prstGeom>
          <a:noFill/>
        </p:spPr>
        <p:txBody>
          <a:bodyPr wrap="square">
            <a:spAutoFit/>
          </a:bodyPr>
          <a:lstStyle/>
          <a:p>
            <a:r>
              <a:rPr lang="en-US" b="1" i="1" dirty="0"/>
              <a:t>Product A is preferred due to higher technical feasibility and overall score.</a:t>
            </a:r>
          </a:p>
        </p:txBody>
      </p:sp>
    </p:spTree>
    <p:extLst>
      <p:ext uri="{BB962C8B-B14F-4D97-AF65-F5344CB8AC3E}">
        <p14:creationId xmlns:p14="http://schemas.microsoft.com/office/powerpoint/2010/main" val="14561993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pPr algn="ctr"/>
            <a:r>
              <a:rPr lang="en-IN" sz="3600" dirty="0">
                <a:latin typeface="Times New Roman" panose="02020603050405020304" pitchFamily="18" charset="0"/>
                <a:cs typeface="Times New Roman" panose="02020603050405020304" pitchFamily="18" charset="0"/>
              </a:rPr>
              <a:t>Project feasibility and Pre-feasibility report</a:t>
            </a:r>
          </a:p>
        </p:txBody>
      </p:sp>
      <p:sp>
        <p:nvSpPr>
          <p:cNvPr id="5" name="TextBox 4">
            <a:extLst>
              <a:ext uri="{FF2B5EF4-FFF2-40B4-BE49-F238E27FC236}">
                <a16:creationId xmlns:a16="http://schemas.microsoft.com/office/drawing/2014/main" id="{B1ADFB9C-C003-C89F-84C0-77978C568E14}"/>
              </a:ext>
            </a:extLst>
          </p:cNvPr>
          <p:cNvSpPr txBox="1"/>
          <p:nvPr/>
        </p:nvSpPr>
        <p:spPr>
          <a:xfrm>
            <a:off x="619932" y="1159879"/>
            <a:ext cx="11267268" cy="2246769"/>
          </a:xfrm>
          <a:prstGeom prst="rect">
            <a:avLst/>
          </a:prstGeom>
          <a:noFill/>
        </p:spPr>
        <p:txBody>
          <a:bodyPr wrap="square">
            <a:spAutoFit/>
          </a:bodyPr>
          <a:lstStyle/>
          <a:p>
            <a:pPr marL="342900" lvl="0" indent="-3429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Pre-Feasibility Report:</a:t>
            </a:r>
            <a:r>
              <a:rPr lang="en-US" sz="2800" dirty="0">
                <a:latin typeface="Times New Roman" panose="02020603050405020304" pitchFamily="18" charset="0"/>
                <a:cs typeface="Times New Roman" panose="02020603050405020304" pitchFamily="18" charset="0"/>
              </a:rPr>
              <a:t> A preliminary, coarse evaluation of a project concept. It determines whether to commit funds to a full-fledged Feasibility Study.</a:t>
            </a:r>
          </a:p>
          <a:p>
            <a:pPr marL="342900" lvl="0" indent="-3429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Full Feasibility Study:</a:t>
            </a:r>
            <a:r>
              <a:rPr lang="en-US" sz="2800" dirty="0">
                <a:latin typeface="Times New Roman" panose="02020603050405020304" pitchFamily="18" charset="0"/>
                <a:cs typeface="Times New Roman" panose="02020603050405020304" pitchFamily="18" charset="0"/>
              </a:rPr>
              <a:t> A comprehensive, multi-dimensional evaluation covering four main pillars.</a:t>
            </a:r>
          </a:p>
        </p:txBody>
      </p:sp>
      <p:pic>
        <p:nvPicPr>
          <p:cNvPr id="6" name="Picture 5" descr="Pre-Feasibility &amp; Techno-Economic Feasibility Studies | Transys Consulting  Pvt Ltd.">
            <a:extLst>
              <a:ext uri="{FF2B5EF4-FFF2-40B4-BE49-F238E27FC236}">
                <a16:creationId xmlns:a16="http://schemas.microsoft.com/office/drawing/2014/main" id="{188CE3B0-E68E-905F-4509-8908AFE2F0C2}"/>
              </a:ext>
            </a:extLst>
          </p:cNvPr>
          <p:cNvPicPr>
            <a:picLocks noChangeAspect="1"/>
          </p:cNvPicPr>
          <p:nvPr/>
        </p:nvPicPr>
        <p:blipFill>
          <a:blip r:embed="rId2"/>
          <a:srcRect t="3726"/>
          <a:stretch>
            <a:fillRect/>
          </a:stretch>
        </p:blipFill>
        <p:spPr>
          <a:xfrm>
            <a:off x="619932" y="3451353"/>
            <a:ext cx="10120393" cy="2656682"/>
          </a:xfrm>
          <a:prstGeom prst="rect">
            <a:avLst/>
          </a:prstGeom>
        </p:spPr>
      </p:pic>
    </p:spTree>
    <p:extLst>
      <p:ext uri="{BB962C8B-B14F-4D97-AF65-F5344CB8AC3E}">
        <p14:creationId xmlns:p14="http://schemas.microsoft.com/office/powerpoint/2010/main" val="6936052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8AF8E-580E-447E-4EA5-A0152B1EA3E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42AF183-0BD9-393B-0E9E-A1B951A2866F}"/>
              </a:ext>
            </a:extLst>
          </p:cNvPr>
          <p:cNvSpPr>
            <a:spLocks noGrp="1"/>
          </p:cNvSpPr>
          <p:nvPr>
            <p:ph type="title"/>
          </p:nvPr>
        </p:nvSpPr>
        <p:spPr/>
        <p:txBody>
          <a:bodyPr>
            <a:normAutofit/>
          </a:bodyPr>
          <a:lstStyle/>
          <a:p>
            <a:pPr algn="ctr"/>
            <a:r>
              <a:rPr lang="en-IN" sz="3600" dirty="0">
                <a:latin typeface="Times New Roman" panose="02020603050405020304" pitchFamily="18" charset="0"/>
                <a:cs typeface="Times New Roman" panose="02020603050405020304" pitchFamily="18" charset="0"/>
              </a:rPr>
              <a:t>Project feasibility and Pre-feasibility report</a:t>
            </a:r>
          </a:p>
        </p:txBody>
      </p:sp>
      <p:sp>
        <p:nvSpPr>
          <p:cNvPr id="5" name="TextBox 4">
            <a:extLst>
              <a:ext uri="{FF2B5EF4-FFF2-40B4-BE49-F238E27FC236}">
                <a16:creationId xmlns:a16="http://schemas.microsoft.com/office/drawing/2014/main" id="{23A00DB6-E45F-9AD2-8F8C-1047170DEC51}"/>
              </a:ext>
            </a:extLst>
          </p:cNvPr>
          <p:cNvSpPr txBox="1"/>
          <p:nvPr/>
        </p:nvSpPr>
        <p:spPr>
          <a:xfrm>
            <a:off x="201478" y="1159879"/>
            <a:ext cx="11990522" cy="5262979"/>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The 4 Stages of Feasibility Analysis</a:t>
            </a:r>
          </a:p>
          <a:p>
            <a:r>
              <a:rPr lang="en-US" sz="2800" b="1" dirty="0">
                <a:latin typeface="Times New Roman" panose="02020603050405020304" pitchFamily="18" charset="0"/>
                <a:cs typeface="Times New Roman" panose="02020603050405020304" pitchFamily="18" charset="0"/>
              </a:rPr>
              <a:t>1. Market Feasibility </a:t>
            </a:r>
          </a:p>
          <a:p>
            <a:pPr lvl="0"/>
            <a:r>
              <a:rPr lang="en-US" sz="2800" b="1" dirty="0">
                <a:latin typeface="Times New Roman" panose="02020603050405020304" pitchFamily="18" charset="0"/>
                <a:cs typeface="Times New Roman" panose="02020603050405020304" pitchFamily="18" charset="0"/>
              </a:rPr>
              <a:t>Demand Estimation:</a:t>
            </a:r>
            <a:r>
              <a:rPr lang="en-US" sz="2800" dirty="0">
                <a:latin typeface="Times New Roman" panose="02020603050405020304" pitchFamily="18" charset="0"/>
                <a:cs typeface="Times New Roman" panose="02020603050405020304" pitchFamily="18" charset="0"/>
              </a:rPr>
              <a:t> Past consumption trends, market share projections.</a:t>
            </a:r>
          </a:p>
          <a:p>
            <a:pPr lvl="0"/>
            <a:r>
              <a:rPr lang="en-US" sz="2800" b="1" dirty="0">
                <a:latin typeface="Times New Roman" panose="02020603050405020304" pitchFamily="18" charset="0"/>
                <a:cs typeface="Times New Roman" panose="02020603050405020304" pitchFamily="18" charset="0"/>
              </a:rPr>
              <a:t>Supply &amp; Competition:</a:t>
            </a:r>
            <a:r>
              <a:rPr lang="en-US" sz="2800" dirty="0">
                <a:latin typeface="Times New Roman" panose="02020603050405020304" pitchFamily="18" charset="0"/>
                <a:cs typeface="Times New Roman" panose="02020603050405020304" pitchFamily="18" charset="0"/>
              </a:rPr>
              <a:t> Existing plant capacities, import/export scenarios.</a:t>
            </a:r>
          </a:p>
          <a:p>
            <a:pPr lvl="0"/>
            <a:r>
              <a:rPr lang="en-US" sz="2800" b="1" dirty="0">
                <a:latin typeface="Times New Roman" panose="02020603050405020304" pitchFamily="18" charset="0"/>
                <a:cs typeface="Times New Roman" panose="02020603050405020304" pitchFamily="18" charset="0"/>
              </a:rPr>
              <a:t>Pricing &amp; Distribution:</a:t>
            </a:r>
            <a:r>
              <a:rPr lang="en-US" sz="2800" dirty="0">
                <a:latin typeface="Times New Roman" panose="02020603050405020304" pitchFamily="18" charset="0"/>
                <a:cs typeface="Times New Roman" panose="02020603050405020304" pitchFamily="18" charset="0"/>
              </a:rPr>
              <a:t> Price elasticity, marketing channels, sales force requirements.</a:t>
            </a:r>
          </a:p>
          <a:p>
            <a:r>
              <a:rPr lang="en-US" sz="2800" b="1" dirty="0">
                <a:latin typeface="Times New Roman" panose="02020603050405020304" pitchFamily="18" charset="0"/>
                <a:cs typeface="Times New Roman" panose="02020603050405020304" pitchFamily="18" charset="0"/>
              </a:rPr>
              <a:t>2. Technical Feasibility</a:t>
            </a:r>
          </a:p>
          <a:p>
            <a:pPr lvl="0"/>
            <a:r>
              <a:rPr lang="en-US" sz="2800" b="1" dirty="0">
                <a:latin typeface="Times New Roman" panose="02020603050405020304" pitchFamily="18" charset="0"/>
                <a:cs typeface="Times New Roman" panose="02020603050405020304" pitchFamily="18" charset="0"/>
              </a:rPr>
              <a:t>Manufacturing Process:</a:t>
            </a:r>
            <a:r>
              <a:rPr lang="en-US" sz="2800" dirty="0">
                <a:latin typeface="Times New Roman" panose="02020603050405020304" pitchFamily="18" charset="0"/>
                <a:cs typeface="Times New Roman" panose="02020603050405020304" pitchFamily="18" charset="0"/>
              </a:rPr>
              <a:t> Selection of appropriate technology/equipment.</a:t>
            </a:r>
          </a:p>
          <a:p>
            <a:pPr lvl="0"/>
            <a:r>
              <a:rPr lang="en-US" sz="2800" b="1" dirty="0">
                <a:latin typeface="Times New Roman" panose="02020603050405020304" pitchFamily="18" charset="0"/>
                <a:cs typeface="Times New Roman" panose="02020603050405020304" pitchFamily="18" charset="0"/>
              </a:rPr>
              <a:t>Plant Capacity &amp; Location:</a:t>
            </a:r>
            <a:r>
              <a:rPr lang="en-US" sz="2800" dirty="0">
                <a:latin typeface="Times New Roman" panose="02020603050405020304" pitchFamily="18" charset="0"/>
                <a:cs typeface="Times New Roman" panose="02020603050405020304" pitchFamily="18" charset="0"/>
              </a:rPr>
              <a:t> Economies of scale, proximity to raw materials, logistics, availability of power and water.</a:t>
            </a:r>
          </a:p>
          <a:p>
            <a:pPr lvl="0"/>
            <a:r>
              <a:rPr lang="en-US" sz="2800" b="1" dirty="0">
                <a:latin typeface="Times New Roman" panose="02020603050405020304" pitchFamily="18" charset="0"/>
                <a:cs typeface="Times New Roman" panose="02020603050405020304" pitchFamily="18" charset="0"/>
              </a:rPr>
              <a:t>Civil Works &amp; Layout:</a:t>
            </a:r>
            <a:r>
              <a:rPr lang="en-US" sz="2800" dirty="0">
                <a:latin typeface="Times New Roman" panose="02020603050405020304" pitchFamily="18" charset="0"/>
                <a:cs typeface="Times New Roman" panose="02020603050405020304" pitchFamily="18" charset="0"/>
              </a:rPr>
              <a:t> Floor planning, environmental waste handling infrastructure.</a:t>
            </a:r>
          </a:p>
        </p:txBody>
      </p:sp>
    </p:spTree>
    <p:extLst>
      <p:ext uri="{BB962C8B-B14F-4D97-AF65-F5344CB8AC3E}">
        <p14:creationId xmlns:p14="http://schemas.microsoft.com/office/powerpoint/2010/main" val="7359099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74D48-F343-1037-5E6E-106B1E55354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F22C3F0-C2E8-0E20-5260-0C7231CC39E1}"/>
              </a:ext>
            </a:extLst>
          </p:cNvPr>
          <p:cNvSpPr>
            <a:spLocks noGrp="1"/>
          </p:cNvSpPr>
          <p:nvPr>
            <p:ph type="title"/>
          </p:nvPr>
        </p:nvSpPr>
        <p:spPr/>
        <p:txBody>
          <a:bodyPr>
            <a:normAutofit/>
          </a:bodyPr>
          <a:lstStyle/>
          <a:p>
            <a:pPr algn="ctr"/>
            <a:r>
              <a:rPr lang="en-IN" sz="3600" dirty="0">
                <a:latin typeface="Times New Roman" panose="02020603050405020304" pitchFamily="18" charset="0"/>
                <a:cs typeface="Times New Roman" panose="02020603050405020304" pitchFamily="18" charset="0"/>
              </a:rPr>
              <a:t>Project feasibility and Pre-feasibility report</a:t>
            </a:r>
          </a:p>
        </p:txBody>
      </p:sp>
      <p:sp>
        <p:nvSpPr>
          <p:cNvPr id="5" name="TextBox 4">
            <a:extLst>
              <a:ext uri="{FF2B5EF4-FFF2-40B4-BE49-F238E27FC236}">
                <a16:creationId xmlns:a16="http://schemas.microsoft.com/office/drawing/2014/main" id="{19D96B6E-0147-4615-E40D-EC9F3C607B5C}"/>
              </a:ext>
            </a:extLst>
          </p:cNvPr>
          <p:cNvSpPr txBox="1"/>
          <p:nvPr/>
        </p:nvSpPr>
        <p:spPr>
          <a:xfrm>
            <a:off x="201477" y="861937"/>
            <a:ext cx="11777163" cy="5509200"/>
          </a:xfrm>
          <a:prstGeom prst="rect">
            <a:avLst/>
          </a:prstGeom>
          <a:noFill/>
        </p:spPr>
        <p:txBody>
          <a:bodyPr wrap="square">
            <a:spAutoFit/>
          </a:bodyPr>
          <a:lstStyle/>
          <a:p>
            <a:r>
              <a:rPr lang="en-US" sz="2200" b="1" dirty="0">
                <a:latin typeface="Times New Roman" panose="02020603050405020304" pitchFamily="18" charset="0"/>
                <a:cs typeface="Times New Roman" panose="02020603050405020304" pitchFamily="18" charset="0"/>
              </a:rPr>
              <a:t>3. Financial Feasibility</a:t>
            </a:r>
          </a:p>
          <a:p>
            <a:pPr marL="342900" lvl="0" indent="-34290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Capital Cost:</a:t>
            </a:r>
            <a:r>
              <a:rPr lang="en-US" sz="2200" dirty="0">
                <a:latin typeface="Times New Roman" panose="02020603050405020304" pitchFamily="18" charset="0"/>
                <a:cs typeface="Times New Roman" panose="02020603050405020304" pitchFamily="18" charset="0"/>
              </a:rPr>
              <a:t> Land, building, plant &amp; machinery, working capital requirement.</a:t>
            </a:r>
          </a:p>
          <a:p>
            <a:pPr marL="342900" lvl="0" indent="-34290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Operating Cost:</a:t>
            </a:r>
            <a:r>
              <a:rPr lang="en-US" sz="2200" dirty="0">
                <a:latin typeface="Times New Roman" panose="02020603050405020304" pitchFamily="18" charset="0"/>
                <a:cs typeface="Times New Roman" panose="02020603050405020304" pitchFamily="18" charset="0"/>
              </a:rPr>
              <a:t> Raw material, labor, energy, maintenance.</a:t>
            </a:r>
          </a:p>
          <a:p>
            <a:pPr marL="342900" lvl="0" indent="-34290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Financial Evaluation Metrics:</a:t>
            </a:r>
            <a:endParaRPr lang="en-US" sz="2200"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Net Present Value (NPV)</a:t>
            </a:r>
          </a:p>
          <a:p>
            <a:pPr marL="800100" lvl="1"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Internal Rate of Return (IRR)</a:t>
            </a:r>
          </a:p>
          <a:p>
            <a:pPr marL="800100" lvl="1"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Payback Period</a:t>
            </a:r>
          </a:p>
          <a:p>
            <a:pPr marL="800100" lvl="1"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Debt Service Coverage Ratio (DSCR)</a:t>
            </a:r>
          </a:p>
          <a:p>
            <a:r>
              <a:rPr lang="en-US" sz="2200" b="1" dirty="0">
                <a:latin typeface="Times New Roman" panose="02020603050405020304" pitchFamily="18" charset="0"/>
                <a:cs typeface="Times New Roman" panose="02020603050405020304" pitchFamily="18" charset="0"/>
              </a:rPr>
              <a:t>4. Social Cost-Benefit Analysis (SCBA)</a:t>
            </a:r>
          </a:p>
          <a:p>
            <a:pPr marL="342900" lvl="0" indent="-34290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Purpose:</a:t>
            </a:r>
            <a:r>
              <a:rPr lang="en-US" sz="2200" dirty="0">
                <a:latin typeface="Times New Roman" panose="02020603050405020304" pitchFamily="18" charset="0"/>
                <a:cs typeface="Times New Roman" panose="02020603050405020304" pitchFamily="18" charset="0"/>
              </a:rPr>
              <a:t> Evaluates project impact on society and national economy (crucial for public sector projects).</a:t>
            </a:r>
          </a:p>
          <a:p>
            <a:pPr marL="342900" lvl="0" indent="-34290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Key Factors:</a:t>
            </a:r>
            <a:endParaRPr lang="en-US" sz="2200"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Employment Generation:</a:t>
            </a:r>
            <a:r>
              <a:rPr lang="en-US" sz="2200" dirty="0">
                <a:latin typeface="Times New Roman" panose="02020603050405020304" pitchFamily="18" charset="0"/>
                <a:cs typeface="Times New Roman" panose="02020603050405020304" pitchFamily="18" charset="0"/>
              </a:rPr>
              <a:t> Direct and indirect job creation.</a:t>
            </a:r>
          </a:p>
          <a:p>
            <a:pPr marL="800100" lvl="1" indent="-34290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Shadow Pricing:</a:t>
            </a:r>
            <a:r>
              <a:rPr lang="en-US" sz="2200" dirty="0">
                <a:latin typeface="Times New Roman" panose="02020603050405020304" pitchFamily="18" charset="0"/>
                <a:cs typeface="Times New Roman" panose="02020603050405020304" pitchFamily="18" charset="0"/>
              </a:rPr>
              <a:t> Adjusting market prices to reflect true social value (e.g., social cost of pollution, social benefit of foreign exchange savings).</a:t>
            </a:r>
          </a:p>
          <a:p>
            <a:pPr marL="800100" lvl="1" indent="-34290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Regional Development:</a:t>
            </a:r>
            <a:r>
              <a:rPr lang="en-US" sz="2200" dirty="0">
                <a:latin typeface="Times New Roman" panose="02020603050405020304" pitchFamily="18" charset="0"/>
                <a:cs typeface="Times New Roman" panose="02020603050405020304" pitchFamily="18" charset="0"/>
              </a:rPr>
              <a:t> Impact on backward regions.</a:t>
            </a:r>
          </a:p>
        </p:txBody>
      </p:sp>
    </p:spTree>
    <p:extLst>
      <p:ext uri="{BB962C8B-B14F-4D97-AF65-F5344CB8AC3E}">
        <p14:creationId xmlns:p14="http://schemas.microsoft.com/office/powerpoint/2010/main" val="33149152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pPr algn="ctr"/>
            <a:r>
              <a:rPr lang="en-US" sz="3600" dirty="0"/>
              <a:t>Project Selection &amp; Project Rating Index</a:t>
            </a:r>
            <a:endParaRPr lang="en-IN"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966F162D-70A7-320D-24E4-7DDBE743E408}"/>
                  </a:ext>
                </a:extLst>
              </p:cNvPr>
              <p:cNvSpPr>
                <a:spLocks noGrp="1"/>
              </p:cNvSpPr>
              <p:nvPr>
                <p:ph idx="1"/>
              </p:nvPr>
            </p:nvSpPr>
            <p:spPr>
              <a:xfrm>
                <a:off x="217715" y="1191159"/>
                <a:ext cx="11727542" cy="5001302"/>
              </a:xfrm>
            </p:spPr>
            <p:txBody>
              <a:bodyPr/>
              <a:lstStyle/>
              <a:p>
                <a:pPr marL="0" indent="0">
                  <a:buNone/>
                </a:pPr>
                <a:r>
                  <a:rPr lang="en-US" b="1" dirty="0"/>
                  <a:t>Project Rating Index (PRI)</a:t>
                </a:r>
              </a:p>
              <a:p>
                <a:pPr lvl="0"/>
                <a:r>
                  <a:rPr lang="en-US" b="1" dirty="0"/>
                  <a:t>Concept:</a:t>
                </a:r>
                <a:r>
                  <a:rPr lang="en-US" dirty="0"/>
                  <a:t> A quantitative evaluation technique used to rank competing project proposals based on weighted evaluation factors.</a:t>
                </a:r>
              </a:p>
              <a:p>
                <a:pPr marL="0" lvl="0" indent="0">
                  <a:buNone/>
                </a:pPr>
                <a:r>
                  <a:rPr lang="en-US" b="1" dirty="0"/>
                  <a:t>Formula:</a:t>
                </a:r>
                <a:endParaRPr lang="en-US" dirty="0"/>
              </a:p>
              <a:p>
                <a14:m>
                  <m:oMath xmlns:m="http://schemas.openxmlformats.org/officeDocument/2006/math">
                    <m:r>
                      <a:rPr lang="en-US" i="1">
                        <a:latin typeface="Cambria Math" panose="02040503050406030204" pitchFamily="18" charset="0"/>
                      </a:rPr>
                      <m:t>𝑃𝑅𝐼</m:t>
                    </m:r>
                    <m:r>
                      <a:rPr lang="en-US">
                        <a:latin typeface="Cambria Math" panose="02040503050406030204" pitchFamily="18" charset="0"/>
                      </a:rPr>
                      <m:t>=</m:t>
                    </m:r>
                    <m:nary>
                      <m:naryPr>
                        <m:chr m:val="∑"/>
                        <m:limLoc m:val="undOvr"/>
                        <m:ctrlPr>
                          <a:rPr lang="en-US" i="1">
                            <a:latin typeface="Cambria Math" panose="02040503050406030204" pitchFamily="18" charset="0"/>
                          </a:rPr>
                        </m:ctrlPr>
                      </m:naryPr>
                      <m:sub>
                        <m:r>
                          <a:rPr lang="en-US" i="1">
                            <a:latin typeface="Cambria Math" panose="02040503050406030204" pitchFamily="18" charset="0"/>
                          </a:rPr>
                          <m:t>𝑖</m:t>
                        </m:r>
                        <m:r>
                          <a:rPr lang="en-US">
                            <a:latin typeface="Cambria Math" panose="02040503050406030204" pitchFamily="18" charset="0"/>
                          </a:rPr>
                          <m:t>=1</m:t>
                        </m:r>
                      </m:sub>
                      <m:sup>
                        <m:r>
                          <a:rPr lang="en-US" i="1">
                            <a:latin typeface="Cambria Math" panose="02040503050406030204" pitchFamily="18" charset="0"/>
                          </a:rPr>
                          <m:t>𝑛</m:t>
                        </m:r>
                      </m:sup>
                      <m:e>
                        <m:sSub>
                          <m:sSubPr>
                            <m:ctrlPr>
                              <a:rPr lang="en-US" i="1">
                                <a:latin typeface="Cambria Math" panose="02040503050406030204" pitchFamily="18" charset="0"/>
                              </a:rPr>
                            </m:ctrlPr>
                          </m:sSubPr>
                          <m:e>
                            <m:r>
                              <a:rPr lang="en-US" i="1">
                                <a:latin typeface="Cambria Math" panose="02040503050406030204" pitchFamily="18" charset="0"/>
                              </a:rPr>
                              <m:t>𝑊</m:t>
                            </m:r>
                          </m:e>
                          <m:sub>
                            <m:r>
                              <a:rPr lang="en-US" i="1">
                                <a:latin typeface="Cambria Math" panose="02040503050406030204" pitchFamily="18" charset="0"/>
                              </a:rPr>
                              <m:t>𝑖</m:t>
                            </m:r>
                          </m:sub>
                        </m:sSub>
                      </m:e>
                    </m:nary>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𝑖</m:t>
                        </m:r>
                      </m:sub>
                    </m:sSub>
                  </m:oMath>
                </a14:m>
                <a:endParaRPr lang="en-US" dirty="0"/>
              </a:p>
              <a:p>
                <a:r>
                  <a:rPr lang="en-US" dirty="0"/>
                  <a:t>Where:</a:t>
                </a:r>
              </a:p>
              <a:p>
                <a:pPr lvl="0"/>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𝑊</m:t>
                        </m:r>
                      </m:e>
                      <m:sub>
                        <m:r>
                          <a:rPr lang="en-US" i="1">
                            <a:latin typeface="Cambria Math" panose="02040503050406030204" pitchFamily="18" charset="0"/>
                          </a:rPr>
                          <m:t>𝑖</m:t>
                        </m:r>
                      </m:sub>
                    </m:sSub>
                  </m:oMath>
                </a14:m>
                <a:r>
                  <a:rPr lang="en-US" dirty="0"/>
                  <a:t>= Weight assigned to factor </a:t>
                </a:r>
                <a14:m>
                  <m:oMath xmlns:m="http://schemas.openxmlformats.org/officeDocument/2006/math">
                    <m:r>
                      <a:rPr lang="en-US" i="1">
                        <a:latin typeface="Cambria Math" panose="02040503050406030204" pitchFamily="18" charset="0"/>
                      </a:rPr>
                      <m:t>𝑖</m:t>
                    </m:r>
                  </m:oMath>
                </a14:m>
                <a:r>
                  <a:rPr lang="en-US" dirty="0"/>
                  <a:t>(such that </a:t>
                </a:r>
                <a14:m>
                  <m:oMath xmlns:m="http://schemas.openxmlformats.org/officeDocument/2006/math">
                    <m:nary>
                      <m:naryPr>
                        <m:chr m:val="∑"/>
                        <m:limLoc m:val="undOvr"/>
                        <m:subHide m:val="on"/>
                        <m:supHide m:val="on"/>
                        <m:ctrlPr>
                          <a:rPr lang="en-US" i="1">
                            <a:latin typeface="Cambria Math" panose="02040503050406030204" pitchFamily="18" charset="0"/>
                          </a:rPr>
                        </m:ctrlPr>
                      </m:naryPr>
                      <m:sub/>
                      <m:sup/>
                      <m:e>
                        <m:sSub>
                          <m:sSubPr>
                            <m:ctrlPr>
                              <a:rPr lang="en-US" i="1">
                                <a:latin typeface="Cambria Math" panose="02040503050406030204" pitchFamily="18" charset="0"/>
                              </a:rPr>
                            </m:ctrlPr>
                          </m:sSubPr>
                          <m:e>
                            <m:r>
                              <a:rPr lang="en-US" i="1">
                                <a:latin typeface="Cambria Math" panose="02040503050406030204" pitchFamily="18" charset="0"/>
                              </a:rPr>
                              <m:t>𝑊</m:t>
                            </m:r>
                          </m:e>
                          <m:sub>
                            <m:r>
                              <a:rPr lang="en-US" i="1">
                                <a:latin typeface="Cambria Math" panose="02040503050406030204" pitchFamily="18" charset="0"/>
                              </a:rPr>
                              <m:t>𝑖</m:t>
                            </m:r>
                          </m:sub>
                        </m:sSub>
                      </m:e>
                    </m:nary>
                    <m:r>
                      <a:rPr lang="en-US">
                        <a:latin typeface="Cambria Math" panose="02040503050406030204" pitchFamily="18" charset="0"/>
                      </a:rPr>
                      <m:t>=1.0</m:t>
                    </m:r>
                  </m:oMath>
                </a14:m>
                <a:r>
                  <a:rPr lang="en-US" dirty="0"/>
                  <a:t>)</a:t>
                </a:r>
              </a:p>
              <a:p>
                <a:pPr lvl="0"/>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𝑖</m:t>
                        </m:r>
                      </m:sub>
                    </m:sSub>
                  </m:oMath>
                </a14:m>
                <a:r>
                  <a:rPr lang="en-US" dirty="0"/>
                  <a:t>= Score assigned to the project for factor </a:t>
                </a:r>
                <a14:m>
                  <m:oMath xmlns:m="http://schemas.openxmlformats.org/officeDocument/2006/math">
                    <m:r>
                      <a:rPr lang="en-US" i="1">
                        <a:latin typeface="Cambria Math" panose="02040503050406030204" pitchFamily="18" charset="0"/>
                      </a:rPr>
                      <m:t>𝑖</m:t>
                    </m:r>
                  </m:oMath>
                </a14:m>
                <a:r>
                  <a:rPr lang="en-US" dirty="0"/>
                  <a:t>(typically on a 1-to-5 or 1-to-7 scale)</a:t>
                </a:r>
              </a:p>
              <a:p>
                <a:pPr lvl="0"/>
                <a14:m>
                  <m:oMath xmlns:m="http://schemas.openxmlformats.org/officeDocument/2006/math">
                    <m:r>
                      <a:rPr lang="en-US" i="1">
                        <a:latin typeface="Cambria Math" panose="02040503050406030204" pitchFamily="18" charset="0"/>
                      </a:rPr>
                      <m:t>𝑛</m:t>
                    </m:r>
                  </m:oMath>
                </a14:m>
                <a:r>
                  <a:rPr lang="en-US" dirty="0"/>
                  <a:t>= Total number of evaluation criteria</a:t>
                </a:r>
              </a:p>
              <a:p>
                <a:pPr marL="0" indent="0">
                  <a:buNone/>
                </a:pPr>
                <a:endParaRPr lang="en-US" dirty="0"/>
              </a:p>
            </p:txBody>
          </p:sp>
        </mc:Choice>
        <mc:Fallback xmlns="">
          <p:sp>
            <p:nvSpPr>
              <p:cNvPr id="5" name="Content Placeholder 4">
                <a:extLst>
                  <a:ext uri="{FF2B5EF4-FFF2-40B4-BE49-F238E27FC236}">
                    <a16:creationId xmlns:a16="http://schemas.microsoft.com/office/drawing/2014/main" id="{966F162D-70A7-320D-24E4-7DDBE743E408}"/>
                  </a:ext>
                </a:extLst>
              </p:cNvPr>
              <p:cNvSpPr>
                <a:spLocks noGrp="1" noRot="1" noChangeAspect="1" noMove="1" noResize="1" noEditPoints="1" noAdjustHandles="1" noChangeArrowheads="1" noChangeShapeType="1" noTextEdit="1"/>
              </p:cNvSpPr>
              <p:nvPr>
                <p:ph idx="1"/>
              </p:nvPr>
            </p:nvSpPr>
            <p:spPr>
              <a:xfrm>
                <a:off x="217715" y="1191159"/>
                <a:ext cx="11727542" cy="5001302"/>
              </a:xfrm>
              <a:blipFill>
                <a:blip r:embed="rId2"/>
                <a:stretch>
                  <a:fillRect l="-1091" t="-2071" r="-260"/>
                </a:stretch>
              </a:blipFill>
            </p:spPr>
            <p:txBody>
              <a:bodyPr/>
              <a:lstStyle/>
              <a:p>
                <a:r>
                  <a:rPr lang="en-US">
                    <a:noFill/>
                  </a:rPr>
                  <a:t> </a:t>
                </a:r>
              </a:p>
            </p:txBody>
          </p:sp>
        </mc:Fallback>
      </mc:AlternateContent>
    </p:spTree>
    <p:extLst>
      <p:ext uri="{BB962C8B-B14F-4D97-AF65-F5344CB8AC3E}">
        <p14:creationId xmlns:p14="http://schemas.microsoft.com/office/powerpoint/2010/main" val="20775823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75A57-9A43-B689-294F-92C023C9168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A2D72D1-6900-6A54-7E44-1515ED2211E1}"/>
              </a:ext>
            </a:extLst>
          </p:cNvPr>
          <p:cNvSpPr>
            <a:spLocks noGrp="1"/>
          </p:cNvSpPr>
          <p:nvPr>
            <p:ph type="title"/>
          </p:nvPr>
        </p:nvSpPr>
        <p:spPr/>
        <p:txBody>
          <a:bodyPr>
            <a:normAutofit/>
          </a:bodyPr>
          <a:lstStyle/>
          <a:p>
            <a:pPr algn="ctr"/>
            <a:r>
              <a:rPr lang="en-US" sz="3600" dirty="0"/>
              <a:t>Numerical</a:t>
            </a:r>
            <a:endParaRPr lang="en-IN"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3D1FA697-2E1F-387A-8575-80DEE8070FB1}"/>
                  </a:ext>
                </a:extLst>
              </p:cNvPr>
              <p:cNvSpPr>
                <a:spLocks noGrp="1"/>
              </p:cNvSpPr>
              <p:nvPr>
                <p:ph idx="1"/>
              </p:nvPr>
            </p:nvSpPr>
            <p:spPr/>
            <p:txBody>
              <a:bodyPr>
                <a:normAutofit lnSpcReduction="10000"/>
              </a:bodyPr>
              <a:lstStyle/>
              <a:p>
                <a:pPr marL="0" indent="0">
                  <a:buNone/>
                </a:pPr>
                <a:r>
                  <a:rPr lang="en-US" b="1" dirty="0"/>
                  <a:t>Problem Statement:</a:t>
                </a:r>
                <a:r>
                  <a:rPr lang="en-US" dirty="0"/>
                  <a:t> An engineering firm is evaluating a new manufacturing unit project across </a:t>
                </a:r>
                <a:r>
                  <a:rPr lang="en-US" dirty="0">
                    <a:highlight>
                      <a:srgbClr val="FFFF00"/>
                    </a:highlight>
                  </a:rPr>
                  <a:t>4</a:t>
                </a:r>
                <a:r>
                  <a:rPr lang="en-US" dirty="0"/>
                  <a:t> criteria. Calculate the Project Rating Index (</a:t>
                </a:r>
                <a14:m>
                  <m:oMath xmlns:m="http://schemas.openxmlformats.org/officeDocument/2006/math">
                    <m:r>
                      <a:rPr lang="en-US" i="1">
                        <a:latin typeface="Cambria Math" panose="02040503050406030204" pitchFamily="18" charset="0"/>
                      </a:rPr>
                      <m:t>𝑃𝑅𝐼</m:t>
                    </m:r>
                  </m:oMath>
                </a14:m>
                <a:r>
                  <a:rPr lang="en-US" dirty="0"/>
                  <a:t>) and determine if the project passes the threshold score of </a:t>
                </a:r>
                <a14:m>
                  <m:oMath xmlns:m="http://schemas.openxmlformats.org/officeDocument/2006/math">
                    <m:r>
                      <a:rPr lang="en-US">
                        <a:latin typeface="Cambria Math" panose="02040503050406030204" pitchFamily="18" charset="0"/>
                      </a:rPr>
                      <m:t>3.5</m:t>
                    </m:r>
                  </m:oMath>
                </a14:m>
                <a:r>
                  <a:rPr lang="en-US" dirty="0"/>
                  <a:t>.</a:t>
                </a:r>
              </a:p>
              <a:p>
                <a:pPr lvl="0"/>
                <a:r>
                  <a:rPr lang="en-US" dirty="0"/>
                  <a:t>Criteria Weights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𝑊</m:t>
                        </m:r>
                      </m:e>
                      <m:sub>
                        <m:r>
                          <a:rPr lang="en-US" i="1">
                            <a:latin typeface="Cambria Math" panose="02040503050406030204" pitchFamily="18" charset="0"/>
                          </a:rPr>
                          <m:t>𝑖</m:t>
                        </m:r>
                      </m:sub>
                    </m:sSub>
                  </m:oMath>
                </a14:m>
                <a:r>
                  <a:rPr lang="en-US" dirty="0"/>
                  <a:t>):</a:t>
                </a:r>
              </a:p>
              <a:p>
                <a:pPr lvl="1"/>
                <a:r>
                  <a:rPr lang="en-US" dirty="0"/>
                  <a:t>Technical Feasibility = </a:t>
                </a:r>
                <a14:m>
                  <m:oMath xmlns:m="http://schemas.openxmlformats.org/officeDocument/2006/math">
                    <m:r>
                      <a:rPr lang="en-US">
                        <a:latin typeface="Cambria Math" panose="02040503050406030204" pitchFamily="18" charset="0"/>
                      </a:rPr>
                      <m:t>0.30</m:t>
                    </m:r>
                  </m:oMath>
                </a14:m>
                <a:endParaRPr lang="en-US" dirty="0"/>
              </a:p>
              <a:p>
                <a:pPr lvl="1"/>
                <a:r>
                  <a:rPr lang="en-US" dirty="0"/>
                  <a:t>Market Potential = </a:t>
                </a:r>
                <a14:m>
                  <m:oMath xmlns:m="http://schemas.openxmlformats.org/officeDocument/2006/math">
                    <m:r>
                      <a:rPr lang="en-US">
                        <a:latin typeface="Cambria Math" panose="02040503050406030204" pitchFamily="18" charset="0"/>
                      </a:rPr>
                      <m:t>0.35</m:t>
                    </m:r>
                  </m:oMath>
                </a14:m>
                <a:endParaRPr lang="en-US" dirty="0"/>
              </a:p>
              <a:p>
                <a:pPr lvl="1"/>
                <a:r>
                  <a:rPr lang="en-US" dirty="0"/>
                  <a:t>Financial Returns = </a:t>
                </a:r>
                <a14:m>
                  <m:oMath xmlns:m="http://schemas.openxmlformats.org/officeDocument/2006/math">
                    <m:r>
                      <a:rPr lang="en-US">
                        <a:latin typeface="Cambria Math" panose="02040503050406030204" pitchFamily="18" charset="0"/>
                      </a:rPr>
                      <m:t>0.20</m:t>
                    </m:r>
                  </m:oMath>
                </a14:m>
                <a:endParaRPr lang="en-US" dirty="0"/>
              </a:p>
              <a:p>
                <a:pPr lvl="1"/>
                <a:r>
                  <a:rPr lang="en-US" dirty="0"/>
                  <a:t>Environmental Safety = </a:t>
                </a:r>
                <a14:m>
                  <m:oMath xmlns:m="http://schemas.openxmlformats.org/officeDocument/2006/math">
                    <m:r>
                      <a:rPr lang="en-US">
                        <a:latin typeface="Cambria Math" panose="02040503050406030204" pitchFamily="18" charset="0"/>
                      </a:rPr>
                      <m:t>0.15</m:t>
                    </m:r>
                  </m:oMath>
                </a14:m>
                <a:endParaRPr lang="en-US" dirty="0"/>
              </a:p>
              <a:p>
                <a:pPr lvl="0"/>
                <a:r>
                  <a:rPr lang="en-US" dirty="0"/>
                  <a:t>Assigned Scores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𝑖</m:t>
                        </m:r>
                      </m:sub>
                    </m:sSub>
                  </m:oMath>
                </a14:m>
                <a:r>
                  <a:rPr lang="en-US" dirty="0"/>
                  <a:t>, Scale 1 to 5):</a:t>
                </a:r>
              </a:p>
              <a:p>
                <a:pPr lvl="1"/>
                <a:r>
                  <a:rPr lang="en-US" dirty="0"/>
                  <a:t>Tech Feasibility = </a:t>
                </a:r>
                <a14:m>
                  <m:oMath xmlns:m="http://schemas.openxmlformats.org/officeDocument/2006/math">
                    <m:r>
                      <a:rPr lang="en-US">
                        <a:latin typeface="Cambria Math" panose="02040503050406030204" pitchFamily="18" charset="0"/>
                      </a:rPr>
                      <m:t>4</m:t>
                    </m:r>
                  </m:oMath>
                </a14:m>
                <a:endParaRPr lang="en-US" dirty="0"/>
              </a:p>
              <a:p>
                <a:pPr lvl="1"/>
                <a:r>
                  <a:rPr lang="en-US" dirty="0"/>
                  <a:t>Market Potential = </a:t>
                </a:r>
                <a14:m>
                  <m:oMath xmlns:m="http://schemas.openxmlformats.org/officeDocument/2006/math">
                    <m:r>
                      <a:rPr lang="en-US">
                        <a:latin typeface="Cambria Math" panose="02040503050406030204" pitchFamily="18" charset="0"/>
                      </a:rPr>
                      <m:t>3</m:t>
                    </m:r>
                  </m:oMath>
                </a14:m>
                <a:endParaRPr lang="en-US" dirty="0"/>
              </a:p>
              <a:p>
                <a:pPr lvl="1"/>
                <a:r>
                  <a:rPr lang="en-US" dirty="0"/>
                  <a:t>Financial Returns = </a:t>
                </a:r>
                <a14:m>
                  <m:oMath xmlns:m="http://schemas.openxmlformats.org/officeDocument/2006/math">
                    <m:r>
                      <a:rPr lang="en-US">
                        <a:latin typeface="Cambria Math" panose="02040503050406030204" pitchFamily="18" charset="0"/>
                      </a:rPr>
                      <m:t>5</m:t>
                    </m:r>
                  </m:oMath>
                </a14:m>
                <a:endParaRPr lang="en-US" dirty="0"/>
              </a:p>
              <a:p>
                <a:pPr lvl="1"/>
                <a:r>
                  <a:rPr lang="en-US" dirty="0"/>
                  <a:t>Environmental Safety = </a:t>
                </a:r>
                <a14:m>
                  <m:oMath xmlns:m="http://schemas.openxmlformats.org/officeDocument/2006/math">
                    <m:r>
                      <a:rPr lang="en-US">
                        <a:latin typeface="Cambria Math" panose="02040503050406030204" pitchFamily="18" charset="0"/>
                      </a:rPr>
                      <m:t>2</m:t>
                    </m:r>
                  </m:oMath>
                </a14:m>
                <a:endParaRPr lang="en-US" dirty="0"/>
              </a:p>
            </p:txBody>
          </p:sp>
        </mc:Choice>
        <mc:Fallback xmlns="">
          <p:sp>
            <p:nvSpPr>
              <p:cNvPr id="5" name="Content Placeholder 4">
                <a:extLst>
                  <a:ext uri="{FF2B5EF4-FFF2-40B4-BE49-F238E27FC236}">
                    <a16:creationId xmlns:a16="http://schemas.microsoft.com/office/drawing/2014/main" id="{3D1FA697-2E1F-387A-8575-80DEE8070FB1}"/>
                  </a:ext>
                </a:extLst>
              </p:cNvPr>
              <p:cNvSpPr>
                <a:spLocks noGrp="1" noRot="1" noChangeAspect="1" noMove="1" noResize="1" noEditPoints="1" noAdjustHandles="1" noChangeArrowheads="1" noChangeShapeType="1" noTextEdit="1"/>
              </p:cNvSpPr>
              <p:nvPr>
                <p:ph idx="1"/>
              </p:nvPr>
            </p:nvSpPr>
            <p:spPr>
              <a:blipFill>
                <a:blip r:embed="rId2"/>
                <a:stretch>
                  <a:fillRect l="-1091" t="-2805" b="-1098"/>
                </a:stretch>
              </a:blipFill>
            </p:spPr>
            <p:txBody>
              <a:bodyPr/>
              <a:lstStyle/>
              <a:p>
                <a:r>
                  <a:rPr lang="en-US">
                    <a:noFill/>
                  </a:rPr>
                  <a:t> </a:t>
                </a:r>
              </a:p>
            </p:txBody>
          </p:sp>
        </mc:Fallback>
      </mc:AlternateContent>
    </p:spTree>
    <p:extLst>
      <p:ext uri="{BB962C8B-B14F-4D97-AF65-F5344CB8AC3E}">
        <p14:creationId xmlns:p14="http://schemas.microsoft.com/office/powerpoint/2010/main" val="27886592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66923-2B6F-EEB0-0B80-680284F506F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D129195-1F93-1AD0-B71D-65809BBEA368}"/>
              </a:ext>
            </a:extLst>
          </p:cNvPr>
          <p:cNvSpPr>
            <a:spLocks noGrp="1"/>
          </p:cNvSpPr>
          <p:nvPr>
            <p:ph type="title"/>
          </p:nvPr>
        </p:nvSpPr>
        <p:spPr/>
        <p:txBody>
          <a:bodyPr>
            <a:normAutofit/>
          </a:bodyPr>
          <a:lstStyle/>
          <a:p>
            <a:pPr algn="ctr"/>
            <a:r>
              <a:rPr lang="en-US" sz="3600" dirty="0"/>
              <a:t>Numerical</a:t>
            </a:r>
            <a:endParaRPr lang="en-IN"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3D91C62-FFD7-431B-83CF-ACBE3862AD2C}"/>
                  </a:ext>
                </a:extLst>
              </p:cNvPr>
              <p:cNvSpPr>
                <a:spLocks noGrp="1"/>
              </p:cNvSpPr>
              <p:nvPr>
                <p:ph idx="1"/>
              </p:nvPr>
            </p:nvSpPr>
            <p:spPr/>
            <p:txBody>
              <a:bodyPr>
                <a:normAutofit/>
              </a:bodyPr>
              <a:lstStyle/>
              <a:p>
                <a:pPr marL="0" indent="0">
                  <a:buNone/>
                </a:pPr>
                <a:r>
                  <a:rPr lang="en-US" b="1" dirty="0"/>
                  <a:t>Calculation:</a:t>
                </a:r>
                <a:endParaRPr lang="en-US" dirty="0"/>
              </a:p>
              <a:p>
                <a14:m>
                  <m:oMath xmlns:m="http://schemas.openxmlformats.org/officeDocument/2006/math">
                    <m:r>
                      <a:rPr lang="en-US" i="1">
                        <a:latin typeface="Cambria Math" panose="02040503050406030204" pitchFamily="18" charset="0"/>
                      </a:rPr>
                      <m:t>𝑃𝑅𝐼</m:t>
                    </m:r>
                    <m:r>
                      <a:rPr lang="en-US">
                        <a:latin typeface="Cambria Math" panose="02040503050406030204" pitchFamily="18" charset="0"/>
                      </a:rPr>
                      <m:t>=</m:t>
                    </m:r>
                    <m:d>
                      <m:dPr>
                        <m:ctrlPr>
                          <a:rPr lang="en-US">
                            <a:latin typeface="Cambria Math" panose="02040503050406030204" pitchFamily="18" charset="0"/>
                          </a:rPr>
                        </m:ctrlPr>
                      </m:dPr>
                      <m:e>
                        <m:r>
                          <a:rPr lang="en-US">
                            <a:latin typeface="Cambria Math" panose="02040503050406030204" pitchFamily="18" charset="0"/>
                          </a:rPr>
                          <m:t>0.30×4</m:t>
                        </m:r>
                      </m:e>
                    </m:d>
                    <m:r>
                      <a:rPr lang="en-US">
                        <a:latin typeface="Cambria Math" panose="02040503050406030204" pitchFamily="18" charset="0"/>
                      </a:rPr>
                      <m:t>+</m:t>
                    </m:r>
                    <m:d>
                      <m:dPr>
                        <m:ctrlPr>
                          <a:rPr lang="en-US">
                            <a:latin typeface="Cambria Math" panose="02040503050406030204" pitchFamily="18" charset="0"/>
                          </a:rPr>
                        </m:ctrlPr>
                      </m:dPr>
                      <m:e>
                        <m:r>
                          <a:rPr lang="en-US">
                            <a:latin typeface="Cambria Math" panose="02040503050406030204" pitchFamily="18" charset="0"/>
                          </a:rPr>
                          <m:t>0.35×3</m:t>
                        </m:r>
                      </m:e>
                    </m:d>
                    <m:r>
                      <a:rPr lang="en-US">
                        <a:latin typeface="Cambria Math" panose="02040503050406030204" pitchFamily="18" charset="0"/>
                      </a:rPr>
                      <m:t>+</m:t>
                    </m:r>
                    <m:d>
                      <m:dPr>
                        <m:ctrlPr>
                          <a:rPr lang="en-US">
                            <a:latin typeface="Cambria Math" panose="02040503050406030204" pitchFamily="18" charset="0"/>
                          </a:rPr>
                        </m:ctrlPr>
                      </m:dPr>
                      <m:e>
                        <m:r>
                          <a:rPr lang="en-US">
                            <a:latin typeface="Cambria Math" panose="02040503050406030204" pitchFamily="18" charset="0"/>
                          </a:rPr>
                          <m:t>0.20×5</m:t>
                        </m:r>
                      </m:e>
                    </m:d>
                    <m:r>
                      <a:rPr lang="en-US">
                        <a:latin typeface="Cambria Math" panose="02040503050406030204" pitchFamily="18" charset="0"/>
                      </a:rPr>
                      <m:t>+</m:t>
                    </m:r>
                    <m:d>
                      <m:dPr>
                        <m:ctrlPr>
                          <a:rPr lang="en-US">
                            <a:latin typeface="Cambria Math" panose="02040503050406030204" pitchFamily="18" charset="0"/>
                          </a:rPr>
                        </m:ctrlPr>
                      </m:dPr>
                      <m:e>
                        <m:r>
                          <a:rPr lang="en-US">
                            <a:latin typeface="Cambria Math" panose="02040503050406030204" pitchFamily="18" charset="0"/>
                          </a:rPr>
                          <m:t>0.15×2</m:t>
                        </m:r>
                      </m:e>
                    </m:d>
                  </m:oMath>
                </a14:m>
                <a:endParaRPr lang="en-US" dirty="0"/>
              </a:p>
              <a:p>
                <a14:m>
                  <m:oMath xmlns:m="http://schemas.openxmlformats.org/officeDocument/2006/math">
                    <m:r>
                      <a:rPr lang="en-US" i="1">
                        <a:latin typeface="Cambria Math" panose="02040503050406030204" pitchFamily="18" charset="0"/>
                      </a:rPr>
                      <m:t>𝑃𝑅𝐼</m:t>
                    </m:r>
                    <m:r>
                      <a:rPr lang="en-US">
                        <a:latin typeface="Cambria Math" panose="02040503050406030204" pitchFamily="18" charset="0"/>
                      </a:rPr>
                      <m:t>=1.20+1.05+1.00+0.30=3.55</m:t>
                    </m:r>
                  </m:oMath>
                </a14:m>
                <a:endParaRPr lang="en-US" dirty="0"/>
              </a:p>
              <a:p>
                <a:pPr marL="0" indent="0">
                  <a:buNone/>
                </a:pPr>
                <a:endParaRPr lang="en-US" b="1" dirty="0"/>
              </a:p>
              <a:p>
                <a:pPr marL="0" indent="0">
                  <a:buNone/>
                </a:pPr>
                <a:r>
                  <a:rPr lang="en-US" b="1" dirty="0"/>
                  <a:t>Decision:</a:t>
                </a:r>
                <a:r>
                  <a:rPr lang="en-US" dirty="0"/>
                  <a:t> Since </a:t>
                </a:r>
                <a14:m>
                  <m:oMath xmlns:m="http://schemas.openxmlformats.org/officeDocument/2006/math">
                    <m:r>
                      <a:rPr lang="en-US">
                        <a:latin typeface="Cambria Math" panose="02040503050406030204" pitchFamily="18" charset="0"/>
                      </a:rPr>
                      <m:t>3.55&gt;3.50</m:t>
                    </m:r>
                  </m:oMath>
                </a14:m>
                <a:r>
                  <a:rPr lang="en-US" dirty="0"/>
                  <a:t>, the project meets the benchmark and qualifies for selection</a:t>
                </a:r>
              </a:p>
              <a:p>
                <a:pPr marL="0" indent="0">
                  <a:buNone/>
                </a:pPr>
                <a:endParaRPr lang="en-US" dirty="0"/>
              </a:p>
            </p:txBody>
          </p:sp>
        </mc:Choice>
        <mc:Fallback xmlns="">
          <p:sp>
            <p:nvSpPr>
              <p:cNvPr id="5" name="Content Placeholder 4">
                <a:extLst>
                  <a:ext uri="{FF2B5EF4-FFF2-40B4-BE49-F238E27FC236}">
                    <a16:creationId xmlns:a16="http://schemas.microsoft.com/office/drawing/2014/main" id="{03D91C62-FFD7-431B-83CF-ACBE3862AD2C}"/>
                  </a:ext>
                </a:extLst>
              </p:cNvPr>
              <p:cNvSpPr>
                <a:spLocks noGrp="1" noRot="1" noChangeAspect="1" noMove="1" noResize="1" noEditPoints="1" noAdjustHandles="1" noChangeArrowheads="1" noChangeShapeType="1" noTextEdit="1"/>
              </p:cNvSpPr>
              <p:nvPr>
                <p:ph idx="1"/>
              </p:nvPr>
            </p:nvSpPr>
            <p:spPr>
              <a:blipFill>
                <a:blip r:embed="rId2"/>
                <a:stretch>
                  <a:fillRect l="-1091" t="-2195"/>
                </a:stretch>
              </a:blipFill>
            </p:spPr>
            <p:txBody>
              <a:bodyPr/>
              <a:lstStyle/>
              <a:p>
                <a:r>
                  <a:rPr lang="en-US">
                    <a:noFill/>
                  </a:rPr>
                  <a:t> </a:t>
                </a:r>
              </a:p>
            </p:txBody>
          </p:sp>
        </mc:Fallback>
      </mc:AlternateContent>
    </p:spTree>
    <p:extLst>
      <p:ext uri="{BB962C8B-B14F-4D97-AF65-F5344CB8AC3E}">
        <p14:creationId xmlns:p14="http://schemas.microsoft.com/office/powerpoint/2010/main" val="17199003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Project Identification</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a:xfrm>
            <a:off x="885825" y="1175661"/>
            <a:ext cx="11059432" cy="5001302"/>
          </a:xfrm>
        </p:spPr>
        <p:txBody>
          <a:bodyPr>
            <a:normAutofit/>
          </a:bodyPr>
          <a:lstStyle/>
          <a:p>
            <a:pPr marL="0" indent="0">
              <a:buNone/>
            </a:pPr>
            <a:endParaRPr lang="en-US" altLang="en-US" sz="2400"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rPr>
              <a:t>Requires: </a:t>
            </a:r>
          </a:p>
          <a:p>
            <a:pPr>
              <a:buNone/>
            </a:pPr>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Imagination</a:t>
            </a:r>
          </a:p>
          <a:p>
            <a:r>
              <a:rPr lang="en-US" sz="2400" dirty="0">
                <a:latin typeface="Times New Roman" panose="02020603050405020304" pitchFamily="18" charset="0"/>
                <a:cs typeface="Times New Roman" panose="02020603050405020304" pitchFamily="18" charset="0"/>
              </a:rPr>
              <a:t>Sensitivity to Environmental Changes</a:t>
            </a:r>
          </a:p>
          <a:p>
            <a:r>
              <a:rPr lang="en-US" sz="2400" dirty="0">
                <a:latin typeface="Times New Roman" panose="02020603050405020304" pitchFamily="18" charset="0"/>
                <a:cs typeface="Times New Roman" panose="02020603050405020304" pitchFamily="18" charset="0"/>
              </a:rPr>
              <a:t>Realistic assessment of what the firm can do</a:t>
            </a:r>
          </a:p>
          <a:p>
            <a:endParaRPr lang="en-US"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40505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Stimulation of Flow of Ideas</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p:txBody>
          <a:bodyPr/>
          <a:lstStyle/>
          <a:p>
            <a:r>
              <a:rPr lang="en-IN" dirty="0"/>
              <a:t>SWOT analysis</a:t>
            </a:r>
          </a:p>
          <a:p>
            <a:endParaRPr lang="en-IN" dirty="0"/>
          </a:p>
        </p:txBody>
      </p:sp>
      <p:pic>
        <p:nvPicPr>
          <p:cNvPr id="4" name="Picture 3">
            <a:extLst>
              <a:ext uri="{FF2B5EF4-FFF2-40B4-BE49-F238E27FC236}">
                <a16:creationId xmlns:a16="http://schemas.microsoft.com/office/drawing/2014/main" id="{902CB439-F037-4218-CE32-7DADF108A812}"/>
              </a:ext>
            </a:extLst>
          </p:cNvPr>
          <p:cNvPicPr>
            <a:picLocks noChangeAspect="1"/>
          </p:cNvPicPr>
          <p:nvPr/>
        </p:nvPicPr>
        <p:blipFill rotWithShape="1">
          <a:blip r:embed="rId2">
            <a:extLst>
              <a:ext uri="{28A0092B-C50C-407E-A947-70E740481C1C}">
                <a14:useLocalDpi xmlns:a14="http://schemas.microsoft.com/office/drawing/2010/main" val="0"/>
              </a:ext>
            </a:extLst>
          </a:blip>
          <a:srcRect l="3747" t="31985" r="5191" b="5583"/>
          <a:stretch/>
        </p:blipFill>
        <p:spPr>
          <a:xfrm>
            <a:off x="1376413" y="1886550"/>
            <a:ext cx="9952522" cy="4290413"/>
          </a:xfrm>
          <a:prstGeom prst="rect">
            <a:avLst/>
          </a:prstGeom>
        </p:spPr>
      </p:pic>
    </p:spTree>
    <p:extLst>
      <p:ext uri="{BB962C8B-B14F-4D97-AF65-F5344CB8AC3E}">
        <p14:creationId xmlns:p14="http://schemas.microsoft.com/office/powerpoint/2010/main" val="8471201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Stimulation of Flow of Ideas</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p:txBody>
          <a:bodyPr>
            <a:normAutofit/>
          </a:bodyPr>
          <a:lstStyle/>
          <a:p>
            <a:pPr>
              <a:buNone/>
            </a:pPr>
            <a:r>
              <a:rPr lang="en-US" sz="2400" b="1" dirty="0">
                <a:latin typeface="Times New Roman" panose="02020603050405020304" pitchFamily="18" charset="0"/>
                <a:cs typeface="Times New Roman" panose="02020603050405020304" pitchFamily="18" charset="0"/>
              </a:rPr>
              <a:t>Clear Articulation of Objectives:</a:t>
            </a:r>
          </a:p>
          <a:p>
            <a:pPr>
              <a:buNone/>
            </a:pP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The operational objectives of the firm can be one or more of following:</a:t>
            </a:r>
          </a:p>
          <a:p>
            <a:pPr>
              <a:buNone/>
            </a:pPr>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Cost Reduction</a:t>
            </a:r>
          </a:p>
          <a:p>
            <a:r>
              <a:rPr lang="en-US" sz="2400" dirty="0">
                <a:latin typeface="Times New Roman" panose="02020603050405020304" pitchFamily="18" charset="0"/>
                <a:cs typeface="Times New Roman" panose="02020603050405020304" pitchFamily="18" charset="0"/>
              </a:rPr>
              <a:t>Productivity Improvement</a:t>
            </a:r>
          </a:p>
          <a:p>
            <a:r>
              <a:rPr lang="en-US" sz="2400" dirty="0">
                <a:latin typeface="Times New Roman" panose="02020603050405020304" pitchFamily="18" charset="0"/>
                <a:cs typeface="Times New Roman" panose="02020603050405020304" pitchFamily="18" charset="0"/>
              </a:rPr>
              <a:t>Increase in Capacity Utilization	</a:t>
            </a:r>
          </a:p>
          <a:p>
            <a:r>
              <a:rPr lang="en-US" sz="2400" dirty="0">
                <a:latin typeface="Times New Roman" panose="02020603050405020304" pitchFamily="18" charset="0"/>
                <a:cs typeface="Times New Roman" panose="02020603050405020304" pitchFamily="18" charset="0"/>
              </a:rPr>
              <a:t>Improvement in Contribution Margin</a:t>
            </a:r>
          </a:p>
          <a:p>
            <a:r>
              <a:rPr lang="en-US" sz="2400" dirty="0">
                <a:latin typeface="Times New Roman" panose="02020603050405020304" pitchFamily="18" charset="0"/>
                <a:cs typeface="Times New Roman" panose="02020603050405020304" pitchFamily="18" charset="0"/>
              </a:rPr>
              <a:t>Expansion into Promising Fields</a:t>
            </a:r>
          </a:p>
          <a:p>
            <a:pPr mar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95540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Stimulation of Flow of Ideas</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p:txBody>
          <a:bodyPr>
            <a:normAutofit/>
          </a:bodyPr>
          <a:lstStyle/>
          <a:p>
            <a:pPr>
              <a:buNone/>
            </a:pPr>
            <a:r>
              <a:rPr lang="en-US" sz="2400" b="1" dirty="0">
                <a:latin typeface="Times New Roman" panose="02020603050405020304" pitchFamily="18" charset="0"/>
                <a:cs typeface="Times New Roman" panose="02020603050405020304" pitchFamily="18" charset="0"/>
              </a:rPr>
              <a:t>Fostering a Conducive Climate:</a:t>
            </a:r>
          </a:p>
          <a:p>
            <a:pPr>
              <a:buNone/>
            </a:pPr>
            <a:r>
              <a:rPr lang="en-US" sz="2400" b="1"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algn="just">
              <a:buNone/>
            </a:pP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To tap the creativity of the people and to harness their entrepreneurial urges, a conducive organizational climate has to be fostered.</a:t>
            </a:r>
          </a:p>
          <a:p>
            <a:pPr mar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10373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Tools for Identifying Project Opportunities</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a:xfrm>
            <a:off x="1886551" y="1175661"/>
            <a:ext cx="10058705" cy="1991051"/>
          </a:xfrm>
        </p:spPr>
        <p:txBody>
          <a:bodyPr>
            <a:normAutofit/>
          </a:bodyPr>
          <a:lstStyle/>
          <a:p>
            <a:pPr marL="742950" indent="-742950">
              <a:buFont typeface="+mj-lt"/>
              <a:buAutoNum type="arabicPeriod"/>
            </a:pPr>
            <a:r>
              <a:rPr lang="en-US" sz="2400" dirty="0">
                <a:latin typeface="Times New Roman" panose="02020603050405020304" pitchFamily="18" charset="0"/>
                <a:cs typeface="Times New Roman" panose="02020603050405020304" pitchFamily="18" charset="0"/>
              </a:rPr>
              <a:t>Porter  Model</a:t>
            </a:r>
          </a:p>
          <a:p>
            <a:pPr marL="742950" indent="-742950">
              <a:buFont typeface="+mj-lt"/>
              <a:buAutoNum type="arabicPeriod"/>
            </a:pPr>
            <a:r>
              <a:rPr lang="en-US" sz="2400" dirty="0">
                <a:latin typeface="Times New Roman" panose="02020603050405020304" pitchFamily="18" charset="0"/>
                <a:cs typeface="Times New Roman" panose="02020603050405020304" pitchFamily="18" charset="0"/>
              </a:rPr>
              <a:t>Life Cycle Approach</a:t>
            </a:r>
          </a:p>
          <a:p>
            <a:pPr marL="742950" indent="-742950">
              <a:buFont typeface="+mj-lt"/>
              <a:buAutoNum type="arabicPeriod"/>
            </a:pPr>
            <a:r>
              <a:rPr lang="en-US" sz="2400" dirty="0">
                <a:latin typeface="Times New Roman" panose="02020603050405020304" pitchFamily="18" charset="0"/>
                <a:cs typeface="Times New Roman" panose="02020603050405020304" pitchFamily="18" charset="0"/>
              </a:rPr>
              <a:t>The Experience Curve</a:t>
            </a:r>
          </a:p>
          <a:p>
            <a:pPr mar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4216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1. Porter’s 5 Forces</a:t>
            </a:r>
            <a:endParaRPr lang="en-IN" sz="3600"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166F30E5-C2FD-5611-1851-AEE23421F34C}"/>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b="7650"/>
          <a:stretch/>
        </p:blipFill>
        <p:spPr>
          <a:xfrm>
            <a:off x="1751798" y="1176339"/>
            <a:ext cx="8306601" cy="5031956"/>
          </a:xfrm>
        </p:spPr>
      </p:pic>
    </p:spTree>
    <p:extLst>
      <p:ext uri="{BB962C8B-B14F-4D97-AF65-F5344CB8AC3E}">
        <p14:creationId xmlns:p14="http://schemas.microsoft.com/office/powerpoint/2010/main" val="12655879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2. Life cycle approach</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p:txBody>
          <a:bodyPr/>
          <a:lstStyle/>
          <a:p>
            <a:r>
              <a:rPr lang="en-US" sz="2400" dirty="0">
                <a:latin typeface="Times New Roman" panose="02020603050405020304" pitchFamily="18" charset="0"/>
                <a:cs typeface="Times New Roman" panose="02020603050405020304" pitchFamily="18" charset="0"/>
              </a:rPr>
              <a:t>Pioneering Stage (-</a:t>
            </a:r>
            <a:r>
              <a:rPr lang="en-US" sz="2400" dirty="0" err="1">
                <a:latin typeface="Times New Roman" panose="02020603050405020304" pitchFamily="18" charset="0"/>
                <a:cs typeface="Times New Roman" panose="02020603050405020304" pitchFamily="18" charset="0"/>
              </a:rPr>
              <a:t>ve</a:t>
            </a:r>
            <a:r>
              <a:rPr lang="en-US" sz="2400" dirty="0">
                <a:latin typeface="Times New Roman" panose="02020603050405020304" pitchFamily="18" charset="0"/>
                <a:cs typeface="Times New Roman" panose="02020603050405020304" pitchFamily="18" charset="0"/>
              </a:rPr>
              <a:t> NPV)</a:t>
            </a:r>
          </a:p>
          <a:p>
            <a:r>
              <a:rPr lang="en-US" sz="2400" dirty="0">
                <a:latin typeface="Times New Roman" panose="02020603050405020304" pitchFamily="18" charset="0"/>
                <a:cs typeface="Times New Roman" panose="02020603050405020304" pitchFamily="18" charset="0"/>
              </a:rPr>
              <a:t>Rapid Growth Stage (+</a:t>
            </a:r>
            <a:r>
              <a:rPr lang="en-US" sz="2400" dirty="0" err="1">
                <a:latin typeface="Times New Roman" panose="02020603050405020304" pitchFamily="18" charset="0"/>
                <a:cs typeface="Times New Roman" panose="02020603050405020304" pitchFamily="18" charset="0"/>
              </a:rPr>
              <a:t>ve</a:t>
            </a:r>
            <a:r>
              <a:rPr lang="en-US" sz="2400" dirty="0">
                <a:latin typeface="Times New Roman" panose="02020603050405020304" pitchFamily="18" charset="0"/>
                <a:cs typeface="Times New Roman" panose="02020603050405020304" pitchFamily="18" charset="0"/>
              </a:rPr>
              <a:t> NPV)</a:t>
            </a:r>
          </a:p>
          <a:p>
            <a:r>
              <a:rPr lang="en-US" sz="2400" dirty="0">
                <a:latin typeface="Times New Roman" panose="02020603050405020304" pitchFamily="18" charset="0"/>
                <a:cs typeface="Times New Roman" panose="02020603050405020304" pitchFamily="18" charset="0"/>
              </a:rPr>
              <a:t>Maturity &amp; Stabilization Stage (Neutral)</a:t>
            </a:r>
          </a:p>
          <a:p>
            <a:r>
              <a:rPr lang="en-US" sz="2400" dirty="0">
                <a:latin typeface="Times New Roman" panose="02020603050405020304" pitchFamily="18" charset="0"/>
                <a:cs typeface="Times New Roman" panose="02020603050405020304" pitchFamily="18" charset="0"/>
              </a:rPr>
              <a:t>Decline Stage (-</a:t>
            </a:r>
            <a:r>
              <a:rPr lang="en-US" sz="2400" dirty="0" err="1">
                <a:latin typeface="Times New Roman" panose="02020603050405020304" pitchFamily="18" charset="0"/>
                <a:cs typeface="Times New Roman" panose="02020603050405020304" pitchFamily="18" charset="0"/>
              </a:rPr>
              <a:t>ve</a:t>
            </a:r>
            <a:r>
              <a:rPr lang="en-US" sz="2400" dirty="0">
                <a:latin typeface="Times New Roman" panose="02020603050405020304" pitchFamily="18" charset="0"/>
                <a:cs typeface="Times New Roman" panose="02020603050405020304" pitchFamily="18" charset="0"/>
              </a:rPr>
              <a:t> NPV</a:t>
            </a:r>
            <a:r>
              <a:rPr lang="en-US" altLang="en-US" sz="2400" dirty="0">
                <a:latin typeface="Times New Roman" panose="02020603050405020304" pitchFamily="18" charset="0"/>
                <a:cs typeface="Times New Roman" panose="02020603050405020304" pitchFamily="18" charset="0"/>
              </a:rPr>
              <a:t>)</a:t>
            </a:r>
          </a:p>
          <a:p>
            <a:pPr marL="0" indent="0">
              <a:buNone/>
            </a:pPr>
            <a:endParaRPr lang="en-IN" dirty="0">
              <a:latin typeface="Times New Roman" panose="02020603050405020304" pitchFamily="18" charset="0"/>
              <a:cs typeface="Times New Roman" panose="02020603050405020304" pitchFamily="18" charset="0"/>
            </a:endParaRPr>
          </a:p>
        </p:txBody>
      </p:sp>
      <p:grpSp>
        <p:nvGrpSpPr>
          <p:cNvPr id="10" name="Group 9">
            <a:extLst>
              <a:ext uri="{FF2B5EF4-FFF2-40B4-BE49-F238E27FC236}">
                <a16:creationId xmlns:a16="http://schemas.microsoft.com/office/drawing/2014/main" id="{A3809EC4-9341-A2EA-C77A-B8ADCC0B2BBD}"/>
              </a:ext>
            </a:extLst>
          </p:cNvPr>
          <p:cNvGrpSpPr/>
          <p:nvPr/>
        </p:nvGrpSpPr>
        <p:grpSpPr>
          <a:xfrm>
            <a:off x="2200698" y="4370180"/>
            <a:ext cx="991800" cy="1409040"/>
            <a:chOff x="2200698" y="4370180"/>
            <a:chExt cx="991800" cy="140904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A3BCC78D-A3D1-9F93-FB12-6C30ED611C6B}"/>
                    </a:ext>
                  </a:extLst>
                </p14:cNvPr>
                <p14:cNvContentPartPr/>
                <p14:nvPr/>
              </p14:nvContentPartPr>
              <p14:xfrm>
                <a:off x="2990178" y="4680500"/>
                <a:ext cx="202320" cy="1098720"/>
              </p14:xfrm>
            </p:contentPart>
          </mc:Choice>
          <mc:Fallback xmlns="">
            <p:pic>
              <p:nvPicPr>
                <p:cNvPr id="4" name="Ink 3">
                  <a:extLst>
                    <a:ext uri="{FF2B5EF4-FFF2-40B4-BE49-F238E27FC236}">
                      <a16:creationId xmlns:a16="http://schemas.microsoft.com/office/drawing/2014/main" id="{A3BCC78D-A3D1-9F93-FB12-6C30ED611C6B}"/>
                    </a:ext>
                  </a:extLst>
                </p:cNvPr>
                <p:cNvPicPr/>
                <p:nvPr/>
              </p:nvPicPr>
              <p:blipFill>
                <a:blip r:embed="rId5"/>
                <a:stretch>
                  <a:fillRect/>
                </a:stretch>
              </p:blipFill>
              <p:spPr>
                <a:xfrm>
                  <a:off x="2972538" y="4662860"/>
                  <a:ext cx="237960" cy="11343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B7049AC4-4749-0875-DC22-4E40DE1537E8}"/>
                    </a:ext>
                  </a:extLst>
                </p14:cNvPr>
                <p14:cNvContentPartPr/>
                <p14:nvPr/>
              </p14:nvContentPartPr>
              <p14:xfrm>
                <a:off x="2200698" y="4370180"/>
                <a:ext cx="200160" cy="79200"/>
              </p14:xfrm>
            </p:contentPart>
          </mc:Choice>
          <mc:Fallback xmlns="">
            <p:pic>
              <p:nvPicPr>
                <p:cNvPr id="6" name="Ink 5">
                  <a:extLst>
                    <a:ext uri="{FF2B5EF4-FFF2-40B4-BE49-F238E27FC236}">
                      <a16:creationId xmlns:a16="http://schemas.microsoft.com/office/drawing/2014/main" id="{B7049AC4-4749-0875-DC22-4E40DE1537E8}"/>
                    </a:ext>
                  </a:extLst>
                </p:cNvPr>
                <p:cNvPicPr/>
                <p:nvPr/>
              </p:nvPicPr>
              <p:blipFill>
                <a:blip r:embed="rId7"/>
                <a:stretch>
                  <a:fillRect/>
                </a:stretch>
              </p:blipFill>
              <p:spPr>
                <a:xfrm>
                  <a:off x="2182698" y="4352180"/>
                  <a:ext cx="23580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388D1177-7700-4D54-C562-8B9D5143329D}"/>
                    </a:ext>
                  </a:extLst>
                </p14:cNvPr>
                <p14:cNvContentPartPr/>
                <p14:nvPr/>
              </p14:nvContentPartPr>
              <p14:xfrm>
                <a:off x="2479338" y="4386020"/>
                <a:ext cx="140760" cy="254520"/>
              </p14:xfrm>
            </p:contentPart>
          </mc:Choice>
          <mc:Fallback xmlns="">
            <p:pic>
              <p:nvPicPr>
                <p:cNvPr id="7" name="Ink 6">
                  <a:extLst>
                    <a:ext uri="{FF2B5EF4-FFF2-40B4-BE49-F238E27FC236}">
                      <a16:creationId xmlns:a16="http://schemas.microsoft.com/office/drawing/2014/main" id="{388D1177-7700-4D54-C562-8B9D5143329D}"/>
                    </a:ext>
                  </a:extLst>
                </p:cNvPr>
                <p:cNvPicPr/>
                <p:nvPr/>
              </p:nvPicPr>
              <p:blipFill>
                <a:blip r:embed="rId9"/>
                <a:stretch>
                  <a:fillRect/>
                </a:stretch>
              </p:blipFill>
              <p:spPr>
                <a:xfrm>
                  <a:off x="2461338" y="4368020"/>
                  <a:ext cx="176400" cy="2901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62393438-C005-FC9E-1723-B466A26D0E56}"/>
                    </a:ext>
                  </a:extLst>
                </p14:cNvPr>
                <p14:cNvContentPartPr/>
                <p14:nvPr/>
              </p14:nvContentPartPr>
              <p14:xfrm>
                <a:off x="2645658" y="4491500"/>
                <a:ext cx="160560" cy="191160"/>
              </p14:xfrm>
            </p:contentPart>
          </mc:Choice>
          <mc:Fallback xmlns="">
            <p:pic>
              <p:nvPicPr>
                <p:cNvPr id="9" name="Ink 8">
                  <a:extLst>
                    <a:ext uri="{FF2B5EF4-FFF2-40B4-BE49-F238E27FC236}">
                      <a16:creationId xmlns:a16="http://schemas.microsoft.com/office/drawing/2014/main" id="{62393438-C005-FC9E-1723-B466A26D0E56}"/>
                    </a:ext>
                  </a:extLst>
                </p:cNvPr>
                <p:cNvPicPr/>
                <p:nvPr/>
              </p:nvPicPr>
              <p:blipFill>
                <a:blip r:embed="rId11"/>
                <a:stretch>
                  <a:fillRect/>
                </a:stretch>
              </p:blipFill>
              <p:spPr>
                <a:xfrm>
                  <a:off x="2627658" y="4473860"/>
                  <a:ext cx="196200" cy="226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11" name="Ink 10">
                <a:extLst>
                  <a:ext uri="{FF2B5EF4-FFF2-40B4-BE49-F238E27FC236}">
                    <a16:creationId xmlns:a16="http://schemas.microsoft.com/office/drawing/2014/main" id="{02DA7FC0-A146-7D64-2296-40016EBCCEEF}"/>
                  </a:ext>
                </a:extLst>
              </p14:cNvPr>
              <p14:cNvContentPartPr/>
              <p14:nvPr/>
            </p14:nvContentPartPr>
            <p14:xfrm>
              <a:off x="5346738" y="3595100"/>
              <a:ext cx="233640" cy="1734480"/>
            </p14:xfrm>
          </p:contentPart>
        </mc:Choice>
        <mc:Fallback xmlns="">
          <p:pic>
            <p:nvPicPr>
              <p:cNvPr id="11" name="Ink 10">
                <a:extLst>
                  <a:ext uri="{FF2B5EF4-FFF2-40B4-BE49-F238E27FC236}">
                    <a16:creationId xmlns:a16="http://schemas.microsoft.com/office/drawing/2014/main" id="{02DA7FC0-A146-7D64-2296-40016EBCCEEF}"/>
                  </a:ext>
                </a:extLst>
              </p:cNvPr>
              <p:cNvPicPr/>
              <p:nvPr/>
            </p:nvPicPr>
            <p:blipFill>
              <a:blip r:embed="rId13"/>
              <a:stretch>
                <a:fillRect/>
              </a:stretch>
            </p:blipFill>
            <p:spPr>
              <a:xfrm>
                <a:off x="5328738" y="3577460"/>
                <a:ext cx="269280" cy="17701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Ink 11">
                <a:extLst>
                  <a:ext uri="{FF2B5EF4-FFF2-40B4-BE49-F238E27FC236}">
                    <a16:creationId xmlns:a16="http://schemas.microsoft.com/office/drawing/2014/main" id="{7AE9F5CF-51B0-6B4F-6E89-A7C9018F1112}"/>
                  </a:ext>
                </a:extLst>
              </p14:cNvPr>
              <p14:cNvContentPartPr/>
              <p14:nvPr/>
            </p14:nvContentPartPr>
            <p14:xfrm>
              <a:off x="3223458" y="5161820"/>
              <a:ext cx="309600" cy="30600"/>
            </p14:xfrm>
          </p:contentPart>
        </mc:Choice>
        <mc:Fallback xmlns="">
          <p:pic>
            <p:nvPicPr>
              <p:cNvPr id="12" name="Ink 11">
                <a:extLst>
                  <a:ext uri="{FF2B5EF4-FFF2-40B4-BE49-F238E27FC236}">
                    <a16:creationId xmlns:a16="http://schemas.microsoft.com/office/drawing/2014/main" id="{7AE9F5CF-51B0-6B4F-6E89-A7C9018F1112}"/>
                  </a:ext>
                </a:extLst>
              </p:cNvPr>
              <p:cNvPicPr/>
              <p:nvPr/>
            </p:nvPicPr>
            <p:blipFill>
              <a:blip r:embed="rId15"/>
              <a:stretch>
                <a:fillRect/>
              </a:stretch>
            </p:blipFill>
            <p:spPr>
              <a:xfrm>
                <a:off x="3205458" y="5143820"/>
                <a:ext cx="34524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1" name="Ink 20">
                <a:extLst>
                  <a:ext uri="{FF2B5EF4-FFF2-40B4-BE49-F238E27FC236}">
                    <a16:creationId xmlns:a16="http://schemas.microsoft.com/office/drawing/2014/main" id="{B208F712-F764-C2E7-B271-721F265AF64D}"/>
                  </a:ext>
                </a:extLst>
              </p14:cNvPr>
              <p14:cNvContentPartPr/>
              <p14:nvPr/>
            </p14:nvContentPartPr>
            <p14:xfrm>
              <a:off x="6726258" y="3332300"/>
              <a:ext cx="279000" cy="1720800"/>
            </p14:xfrm>
          </p:contentPart>
        </mc:Choice>
        <mc:Fallback xmlns="">
          <p:pic>
            <p:nvPicPr>
              <p:cNvPr id="21" name="Ink 20">
                <a:extLst>
                  <a:ext uri="{FF2B5EF4-FFF2-40B4-BE49-F238E27FC236}">
                    <a16:creationId xmlns:a16="http://schemas.microsoft.com/office/drawing/2014/main" id="{B208F712-F764-C2E7-B271-721F265AF64D}"/>
                  </a:ext>
                </a:extLst>
              </p:cNvPr>
              <p:cNvPicPr/>
              <p:nvPr/>
            </p:nvPicPr>
            <p:blipFill>
              <a:blip r:embed="rId25"/>
              <a:stretch>
                <a:fillRect/>
              </a:stretch>
            </p:blipFill>
            <p:spPr>
              <a:xfrm>
                <a:off x="6708258" y="3314300"/>
                <a:ext cx="314640" cy="17564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6" name="Ink 25">
                <a:extLst>
                  <a:ext uri="{FF2B5EF4-FFF2-40B4-BE49-F238E27FC236}">
                    <a16:creationId xmlns:a16="http://schemas.microsoft.com/office/drawing/2014/main" id="{C5EA35CB-CD6C-CE9B-269F-C7095D7DE43F}"/>
                  </a:ext>
                </a:extLst>
              </p14:cNvPr>
              <p14:cNvContentPartPr/>
              <p14:nvPr/>
            </p14:nvContentPartPr>
            <p14:xfrm>
              <a:off x="6492978" y="3609140"/>
              <a:ext cx="576360" cy="331920"/>
            </p14:xfrm>
          </p:contentPart>
        </mc:Choice>
        <mc:Fallback xmlns="">
          <p:pic>
            <p:nvPicPr>
              <p:cNvPr id="26" name="Ink 25">
                <a:extLst>
                  <a:ext uri="{FF2B5EF4-FFF2-40B4-BE49-F238E27FC236}">
                    <a16:creationId xmlns:a16="http://schemas.microsoft.com/office/drawing/2014/main" id="{C5EA35CB-CD6C-CE9B-269F-C7095D7DE43F}"/>
                  </a:ext>
                </a:extLst>
              </p:cNvPr>
              <p:cNvPicPr/>
              <p:nvPr/>
            </p:nvPicPr>
            <p:blipFill>
              <a:blip r:embed="rId33"/>
              <a:stretch>
                <a:fillRect/>
              </a:stretch>
            </p:blipFill>
            <p:spPr>
              <a:xfrm>
                <a:off x="6474978" y="3591500"/>
                <a:ext cx="612000" cy="367560"/>
              </a:xfrm>
              <a:prstGeom prst="rect">
                <a:avLst/>
              </a:prstGeom>
            </p:spPr>
          </p:pic>
        </mc:Fallback>
      </mc:AlternateContent>
    </p:spTree>
    <p:extLst>
      <p:ext uri="{BB962C8B-B14F-4D97-AF65-F5344CB8AC3E}">
        <p14:creationId xmlns:p14="http://schemas.microsoft.com/office/powerpoint/2010/main" val="42915629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3. Experience curve</a:t>
            </a:r>
            <a:endParaRPr lang="en-IN" sz="3600"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919B14E2-7847-1E21-EE2B-BBEB4B971D5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11450" y="1152421"/>
            <a:ext cx="6769100" cy="4995512"/>
          </a:xfrm>
        </p:spPr>
      </p:pic>
    </p:spTree>
    <p:extLst>
      <p:ext uri="{BB962C8B-B14F-4D97-AF65-F5344CB8AC3E}">
        <p14:creationId xmlns:p14="http://schemas.microsoft.com/office/powerpoint/2010/main" val="39475237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Generating Project Ideas</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a:xfrm>
            <a:off x="1360715" y="1737636"/>
            <a:ext cx="9031060" cy="3605889"/>
          </a:xfrm>
        </p:spPr>
        <p:txBody>
          <a:bodyPr>
            <a:normAutofit/>
          </a:bodyPr>
          <a:lstStyle/>
          <a:p>
            <a:r>
              <a:rPr lang="en-US" sz="2400" dirty="0">
                <a:latin typeface="Times New Roman" panose="02020603050405020304" pitchFamily="18" charset="0"/>
                <a:cs typeface="Times New Roman" panose="02020603050405020304" pitchFamily="18" charset="0"/>
              </a:rPr>
              <a:t>Analyze the performance of existing industries</a:t>
            </a:r>
          </a:p>
          <a:p>
            <a:r>
              <a:rPr lang="en-US" sz="2400" dirty="0">
                <a:latin typeface="Times New Roman" panose="02020603050405020304" pitchFamily="18" charset="0"/>
                <a:cs typeface="Times New Roman" panose="02020603050405020304" pitchFamily="18" charset="0"/>
              </a:rPr>
              <a:t>Examine inputs &amp; outputs of various industries</a:t>
            </a:r>
          </a:p>
          <a:p>
            <a:r>
              <a:rPr lang="en-US" sz="2400" dirty="0">
                <a:latin typeface="Times New Roman" panose="02020603050405020304" pitchFamily="18" charset="0"/>
                <a:cs typeface="Times New Roman" panose="02020603050405020304" pitchFamily="18" charset="0"/>
              </a:rPr>
              <a:t>Review imports &amp; exports</a:t>
            </a:r>
          </a:p>
          <a:p>
            <a:r>
              <a:rPr lang="en-US" sz="2400" dirty="0">
                <a:latin typeface="Times New Roman" panose="02020603050405020304" pitchFamily="18" charset="0"/>
                <a:cs typeface="Times New Roman" panose="02020603050405020304" pitchFamily="18" charset="0"/>
              </a:rPr>
              <a:t>Study plan outlay &amp; Government guidelines</a:t>
            </a:r>
          </a:p>
          <a:p>
            <a:r>
              <a:rPr lang="en-US" sz="2400" dirty="0">
                <a:latin typeface="Times New Roman" panose="02020603050405020304" pitchFamily="18" charset="0"/>
                <a:cs typeface="Times New Roman" panose="02020603050405020304" pitchFamily="18" charset="0"/>
              </a:rPr>
              <a:t>Investigate local materials &amp; resources</a:t>
            </a:r>
          </a:p>
          <a:p>
            <a:r>
              <a:rPr lang="en-US" sz="2400" dirty="0">
                <a:latin typeface="Times New Roman" panose="02020603050405020304" pitchFamily="18" charset="0"/>
                <a:cs typeface="Times New Roman" panose="02020603050405020304" pitchFamily="18" charset="0"/>
              </a:rPr>
              <a:t>Analyze economic &amp; social trends</a:t>
            </a:r>
          </a:p>
          <a:p>
            <a:pPr mar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85625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Generating Project Ideas</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a:xfrm>
            <a:off x="808265" y="1594761"/>
            <a:ext cx="10431235" cy="3520164"/>
          </a:xfrm>
        </p:spPr>
        <p:txBody>
          <a:bodyPr>
            <a:normAutofit/>
          </a:bodyPr>
          <a:lstStyle/>
          <a:p>
            <a:r>
              <a:rPr lang="en-US" sz="2400" dirty="0">
                <a:latin typeface="Times New Roman" panose="02020603050405020304" pitchFamily="18" charset="0"/>
                <a:cs typeface="Times New Roman" panose="02020603050405020304" pitchFamily="18" charset="0"/>
              </a:rPr>
              <a:t>Study new technological developments</a:t>
            </a:r>
          </a:p>
          <a:p>
            <a:r>
              <a:rPr lang="en-US" sz="2400" dirty="0">
                <a:latin typeface="Times New Roman" panose="02020603050405020304" pitchFamily="18" charset="0"/>
                <a:cs typeface="Times New Roman" panose="02020603050405020304" pitchFamily="18" charset="0"/>
              </a:rPr>
              <a:t>Draw clues from consumption abroad</a:t>
            </a:r>
          </a:p>
          <a:p>
            <a:r>
              <a:rPr lang="en-US" sz="2400" dirty="0">
                <a:latin typeface="Times New Roman" panose="02020603050405020304" pitchFamily="18" charset="0"/>
                <a:cs typeface="Times New Roman" panose="02020603050405020304" pitchFamily="18" charset="0"/>
              </a:rPr>
              <a:t>Explore the possibility of reviving sick units</a:t>
            </a:r>
          </a:p>
          <a:p>
            <a:r>
              <a:rPr lang="en-US" sz="2400" dirty="0">
                <a:latin typeface="Times New Roman" panose="02020603050405020304" pitchFamily="18" charset="0"/>
                <a:cs typeface="Times New Roman" panose="02020603050405020304" pitchFamily="18" charset="0"/>
              </a:rPr>
              <a:t>Identify unfulfilled psychological needs</a:t>
            </a:r>
          </a:p>
          <a:p>
            <a:r>
              <a:rPr lang="en-US" sz="2400" dirty="0">
                <a:latin typeface="Times New Roman" panose="02020603050405020304" pitchFamily="18" charset="0"/>
                <a:cs typeface="Times New Roman" panose="02020603050405020304" pitchFamily="18" charset="0"/>
              </a:rPr>
              <a:t>Attend trade fairs</a:t>
            </a:r>
          </a:p>
          <a:p>
            <a:r>
              <a:rPr lang="en-US" sz="2400" dirty="0">
                <a:latin typeface="Times New Roman" panose="02020603050405020304" pitchFamily="18" charset="0"/>
                <a:cs typeface="Times New Roman" panose="02020603050405020304" pitchFamily="18" charset="0"/>
              </a:rPr>
              <a:t>Stimulate creativity for generating new ideas</a:t>
            </a:r>
          </a:p>
          <a:p>
            <a:pPr mar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59068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7996C-15F0-2A9A-57E3-BD2E844060F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ED4FE02-FE5F-4CB2-E515-CEA4BAD0A097}"/>
              </a:ext>
            </a:extLst>
          </p:cNvPr>
          <p:cNvSpPr>
            <a:spLocks noGrp="1"/>
          </p:cNvSpPr>
          <p:nvPr>
            <p:ph type="title"/>
          </p:nvPr>
        </p:nvSpPr>
        <p:spPr/>
        <p:txBody>
          <a:bodyPr>
            <a:normAutofit/>
          </a:bodyPr>
          <a:lstStyle/>
          <a:p>
            <a:pPr algn="ctr"/>
            <a:r>
              <a:rPr lang="en-US" sz="3600" dirty="0"/>
              <a:t>Project Implementation Stages</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108FD9C0-6E27-291F-261F-789AA1505A30}"/>
              </a:ext>
            </a:extLst>
          </p:cNvPr>
          <p:cNvSpPr>
            <a:spLocks noGrp="1"/>
          </p:cNvSpPr>
          <p:nvPr>
            <p:ph idx="1"/>
          </p:nvPr>
        </p:nvSpPr>
        <p:spPr>
          <a:xfrm>
            <a:off x="236479" y="1261243"/>
            <a:ext cx="11666487" cy="4698125"/>
          </a:xfrm>
        </p:spPr>
        <p:txBody>
          <a:bodyPr>
            <a:noAutofit/>
          </a:bodyPr>
          <a:lstStyle/>
          <a:p>
            <a:pPr lvl="0"/>
            <a:r>
              <a:rPr lang="en-US" b="1" dirty="0">
                <a:latin typeface="Times New Roman" panose="02020603050405020304" pitchFamily="18" charset="0"/>
                <a:cs typeface="Times New Roman" panose="02020603050405020304" pitchFamily="18" charset="0"/>
              </a:rPr>
              <a:t>Project Initiation &amp; Approvals:</a:t>
            </a:r>
            <a:r>
              <a:rPr lang="en-US" dirty="0">
                <a:latin typeface="Times New Roman" panose="02020603050405020304" pitchFamily="18" charset="0"/>
                <a:cs typeface="Times New Roman" panose="02020603050405020304" pitchFamily="18" charset="0"/>
              </a:rPr>
              <a:t> Securing statutory clearances, land acquisition, funding sign-offs.</a:t>
            </a:r>
          </a:p>
          <a:p>
            <a:pPr lvl="0"/>
            <a:r>
              <a:rPr lang="en-US" b="1" dirty="0">
                <a:latin typeface="Times New Roman" panose="02020603050405020304" pitchFamily="18" charset="0"/>
                <a:cs typeface="Times New Roman" panose="02020603050405020304" pitchFamily="18" charset="0"/>
              </a:rPr>
              <a:t>Detailed Engineering &amp; Design:</a:t>
            </a:r>
            <a:r>
              <a:rPr lang="en-US" dirty="0">
                <a:latin typeface="Times New Roman" panose="02020603050405020304" pitchFamily="18" charset="0"/>
                <a:cs typeface="Times New Roman" panose="02020603050405020304" pitchFamily="18" charset="0"/>
              </a:rPr>
              <a:t> Finalizing blueprints, technical specifications, and purchase descriptions.</a:t>
            </a:r>
          </a:p>
          <a:p>
            <a:pPr lvl="0"/>
            <a:r>
              <a:rPr lang="en-US" b="1" dirty="0">
                <a:latin typeface="Times New Roman" panose="02020603050405020304" pitchFamily="18" charset="0"/>
                <a:cs typeface="Times New Roman" panose="02020603050405020304" pitchFamily="18" charset="0"/>
              </a:rPr>
              <a:t>Procurement &amp; Contracting:</a:t>
            </a:r>
            <a:r>
              <a:rPr lang="en-US" dirty="0">
                <a:latin typeface="Times New Roman" panose="02020603050405020304" pitchFamily="18" charset="0"/>
                <a:cs typeface="Times New Roman" panose="02020603050405020304" pitchFamily="18" charset="0"/>
              </a:rPr>
              <a:t> Issuing RFPs/Tenders, vendor selection, contract negotiation.</a:t>
            </a:r>
          </a:p>
          <a:p>
            <a:pPr lvl="0"/>
            <a:r>
              <a:rPr lang="en-US" b="1" dirty="0">
                <a:latin typeface="Times New Roman" panose="02020603050405020304" pitchFamily="18" charset="0"/>
                <a:cs typeface="Times New Roman" panose="02020603050405020304" pitchFamily="18" charset="0"/>
              </a:rPr>
              <a:t>Construction &amp; Erection:</a:t>
            </a:r>
            <a:r>
              <a:rPr lang="en-US" dirty="0">
                <a:latin typeface="Times New Roman" panose="02020603050405020304" pitchFamily="18" charset="0"/>
                <a:cs typeface="Times New Roman" panose="02020603050405020304" pitchFamily="18" charset="0"/>
              </a:rPr>
              <a:t> Civil works, equipment installation, site assembly.</a:t>
            </a:r>
          </a:p>
          <a:p>
            <a:pPr lvl="0"/>
            <a:r>
              <a:rPr lang="en-US" b="1" dirty="0">
                <a:latin typeface="Times New Roman" panose="02020603050405020304" pitchFamily="18" charset="0"/>
                <a:cs typeface="Times New Roman" panose="02020603050405020304" pitchFamily="18" charset="0"/>
              </a:rPr>
              <a:t>Testing &amp; Commissioning:</a:t>
            </a:r>
            <a:r>
              <a:rPr lang="en-US" dirty="0">
                <a:latin typeface="Times New Roman" panose="02020603050405020304" pitchFamily="18" charset="0"/>
                <a:cs typeface="Times New Roman" panose="02020603050405020304" pitchFamily="18" charset="0"/>
              </a:rPr>
              <a:t> Dry runs, performance testing, quality validation.</a:t>
            </a:r>
          </a:p>
          <a:p>
            <a:pPr lvl="0"/>
            <a:r>
              <a:rPr lang="en-US" b="1" dirty="0">
                <a:latin typeface="Times New Roman" panose="02020603050405020304" pitchFamily="18" charset="0"/>
                <a:cs typeface="Times New Roman" panose="02020603050405020304" pitchFamily="18" charset="0"/>
              </a:rPr>
              <a:t>Handover:</a:t>
            </a:r>
            <a:r>
              <a:rPr lang="en-US" dirty="0">
                <a:latin typeface="Times New Roman" panose="02020603050405020304" pitchFamily="18" charset="0"/>
                <a:cs typeface="Times New Roman" panose="02020603050405020304" pitchFamily="18" charset="0"/>
              </a:rPr>
              <a:t> Commercial operations date (COD), transferring control to operations team.</a:t>
            </a:r>
          </a:p>
        </p:txBody>
      </p:sp>
    </p:spTree>
    <p:extLst>
      <p:ext uri="{BB962C8B-B14F-4D97-AF65-F5344CB8AC3E}">
        <p14:creationId xmlns:p14="http://schemas.microsoft.com/office/powerpoint/2010/main" val="31786348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Topic objective and topic outcome</a:t>
            </a:r>
          </a:p>
        </p:txBody>
      </p:sp>
      <p:graphicFrame>
        <p:nvGraphicFramePr>
          <p:cNvPr id="2" name="Content Placeholder 1">
            <a:extLst>
              <a:ext uri="{FF2B5EF4-FFF2-40B4-BE49-F238E27FC236}">
                <a16:creationId xmlns:a16="http://schemas.microsoft.com/office/drawing/2014/main" id="{8DA47162-8120-EE56-0D94-77B8AE91D330}"/>
              </a:ext>
            </a:extLst>
          </p:cNvPr>
          <p:cNvGraphicFramePr>
            <a:graphicFrameLocks noGrp="1"/>
          </p:cNvGraphicFramePr>
          <p:nvPr>
            <p:ph idx="1"/>
            <p:extLst>
              <p:ext uri="{D42A27DB-BD31-4B8C-83A1-F6EECF244321}">
                <p14:modId xmlns:p14="http://schemas.microsoft.com/office/powerpoint/2010/main" val="2279499758"/>
              </p:ext>
            </p:extLst>
          </p:nvPr>
        </p:nvGraphicFramePr>
        <p:xfrm>
          <a:off x="231775" y="1985963"/>
          <a:ext cx="11728449" cy="1280160"/>
        </p:xfrm>
        <a:graphic>
          <a:graphicData uri="http://schemas.openxmlformats.org/drawingml/2006/table">
            <a:tbl>
              <a:tblPr firstRow="1" bandRow="1">
                <a:tableStyleId>{21E4AEA4-8DFA-4A89-87EB-49C32662AFE0}</a:tableStyleId>
              </a:tblPr>
              <a:tblGrid>
                <a:gridCol w="1420812">
                  <a:extLst>
                    <a:ext uri="{9D8B030D-6E8A-4147-A177-3AD203B41FA5}">
                      <a16:colId xmlns:a16="http://schemas.microsoft.com/office/drawing/2014/main" val="3208363625"/>
                    </a:ext>
                  </a:extLst>
                </a:gridCol>
                <a:gridCol w="6398154">
                  <a:extLst>
                    <a:ext uri="{9D8B030D-6E8A-4147-A177-3AD203B41FA5}">
                      <a16:colId xmlns:a16="http://schemas.microsoft.com/office/drawing/2014/main" val="1114990401"/>
                    </a:ext>
                  </a:extLst>
                </a:gridCol>
                <a:gridCol w="3909483">
                  <a:extLst>
                    <a:ext uri="{9D8B030D-6E8A-4147-A177-3AD203B41FA5}">
                      <a16:colId xmlns:a16="http://schemas.microsoft.com/office/drawing/2014/main" val="533548560"/>
                    </a:ext>
                  </a:extLst>
                </a:gridCol>
              </a:tblGrid>
              <a:tr h="370840">
                <a:tc>
                  <a:txBody>
                    <a:bodyPr/>
                    <a:lstStyle/>
                    <a:p>
                      <a:r>
                        <a:rPr lang="en-IN" sz="2400" dirty="0">
                          <a:latin typeface="Times New Roman" panose="02020603050405020304" pitchFamily="18" charset="0"/>
                          <a:cs typeface="Times New Roman" panose="02020603050405020304" pitchFamily="18" charset="0"/>
                        </a:rPr>
                        <a:t>s.no.</a:t>
                      </a:r>
                    </a:p>
                  </a:txBody>
                  <a:tcPr/>
                </a:tc>
                <a:tc>
                  <a:txBody>
                    <a:bodyPr/>
                    <a:lstStyle/>
                    <a:p>
                      <a:r>
                        <a:rPr lang="en-IN" sz="2400" dirty="0">
                          <a:latin typeface="Times New Roman" panose="02020603050405020304" pitchFamily="18" charset="0"/>
                          <a:cs typeface="Times New Roman" panose="02020603050405020304" pitchFamily="18" charset="0"/>
                        </a:rPr>
                        <a:t>topic</a:t>
                      </a:r>
                    </a:p>
                  </a:txBody>
                  <a:tcPr/>
                </a:tc>
                <a:tc>
                  <a:txBody>
                    <a:bodyPr/>
                    <a:lstStyle/>
                    <a:p>
                      <a:r>
                        <a:rPr lang="en-IN" sz="2400" dirty="0">
                          <a:latin typeface="Times New Roman" panose="02020603050405020304" pitchFamily="18" charset="0"/>
                          <a:cs typeface="Times New Roman" panose="02020603050405020304" pitchFamily="18" charset="0"/>
                        </a:rPr>
                        <a:t>CO</a:t>
                      </a:r>
                    </a:p>
                  </a:txBody>
                  <a:tcPr/>
                </a:tc>
                <a:extLst>
                  <a:ext uri="{0D108BD9-81ED-4DB2-BD59-A6C34878D82A}">
                    <a16:rowId xmlns:a16="http://schemas.microsoft.com/office/drawing/2014/main" val="3424073449"/>
                  </a:ext>
                </a:extLst>
              </a:tr>
              <a:tr h="510222">
                <a:tc>
                  <a:txBody>
                    <a:bodyPr/>
                    <a:lstStyle/>
                    <a:p>
                      <a:r>
                        <a:rPr lang="en-IN" sz="2400" dirty="0">
                          <a:latin typeface="Times New Roman" panose="02020603050405020304" pitchFamily="18" charset="0"/>
                          <a:cs typeface="Times New Roman" panose="02020603050405020304" pitchFamily="18" charset="0"/>
                        </a:rPr>
                        <a:t>1</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To learn the Approaches to Project Screening and Selection &amp; Project Rating Index</a:t>
                      </a:r>
                    </a:p>
                  </a:txBody>
                  <a:tcPr/>
                </a:tc>
                <a:tc>
                  <a:txBody>
                    <a:bodyPr/>
                    <a:lstStyle/>
                    <a:p>
                      <a:r>
                        <a:rPr lang="en-IN" sz="2400" dirty="0">
                          <a:latin typeface="Times New Roman" panose="02020603050405020304" pitchFamily="18" charset="0"/>
                          <a:cs typeface="Times New Roman" panose="02020603050405020304" pitchFamily="18" charset="0"/>
                        </a:rPr>
                        <a:t>CO2</a:t>
                      </a:r>
                    </a:p>
                  </a:txBody>
                  <a:tcPr/>
                </a:tc>
                <a:extLst>
                  <a:ext uri="{0D108BD9-81ED-4DB2-BD59-A6C34878D82A}">
                    <a16:rowId xmlns:a16="http://schemas.microsoft.com/office/drawing/2014/main" val="2586268730"/>
                  </a:ext>
                </a:extLst>
              </a:tr>
            </a:tbl>
          </a:graphicData>
        </a:graphic>
      </p:graphicFrame>
    </p:spTree>
    <p:extLst>
      <p:ext uri="{BB962C8B-B14F-4D97-AF65-F5344CB8AC3E}">
        <p14:creationId xmlns:p14="http://schemas.microsoft.com/office/powerpoint/2010/main" val="19293162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Project Screening &amp; Selection</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a:xfrm>
            <a:off x="417740" y="1690011"/>
            <a:ext cx="11107510" cy="3243939"/>
          </a:xfrm>
        </p:spPr>
        <p:txBody>
          <a:bodyPr>
            <a:noAutofit/>
          </a:bodyPr>
          <a:lstStyle/>
          <a:p>
            <a:pPr lvl="1" algn="just">
              <a:buNone/>
            </a:pPr>
            <a:r>
              <a:rPr lang="en-US" dirty="0">
                <a:latin typeface="Times New Roman" panose="02020603050405020304" pitchFamily="18" charset="0"/>
                <a:cs typeface="Times New Roman" panose="02020603050405020304" pitchFamily="18" charset="0"/>
              </a:rPr>
              <a:t>Some kind of preliminary screening is required to eliminate ideas that </a:t>
            </a:r>
            <a:r>
              <a:rPr lang="en-US" i="1" dirty="0">
                <a:latin typeface="Times New Roman" panose="02020603050405020304" pitchFamily="18" charset="0"/>
                <a:cs typeface="Times New Roman" panose="02020603050405020304" pitchFamily="18" charset="0"/>
              </a:rPr>
              <a:t>prima facie</a:t>
            </a:r>
            <a:r>
              <a:rPr lang="en-US" dirty="0">
                <a:latin typeface="Times New Roman" panose="02020603050405020304" pitchFamily="18" charset="0"/>
                <a:cs typeface="Times New Roman" panose="02020603050405020304" pitchFamily="18" charset="0"/>
              </a:rPr>
              <a:t> are not promising, The Following aspects may be looked into:</a:t>
            </a:r>
          </a:p>
          <a:p>
            <a:pPr lvl="1" algn="just">
              <a:buNone/>
            </a:pPr>
            <a:endParaRPr lang="en-US" dirty="0">
              <a:latin typeface="Times New Roman" panose="02020603050405020304" pitchFamily="18" charset="0"/>
              <a:cs typeface="Times New Roman" panose="02020603050405020304" pitchFamily="18" charset="0"/>
            </a:endParaRPr>
          </a:p>
          <a:p>
            <a:pPr marL="914400" lvl="1" indent="-457200" algn="just">
              <a:buFont typeface="+mj-lt"/>
              <a:buAutoNum type="arabicPeriod"/>
            </a:pPr>
            <a:r>
              <a:rPr lang="en-US" dirty="0">
                <a:latin typeface="Times New Roman" panose="02020603050405020304" pitchFamily="18" charset="0"/>
                <a:cs typeface="Times New Roman" panose="02020603050405020304" pitchFamily="18" charset="0"/>
              </a:rPr>
              <a:t>Compatibility with the promoter</a:t>
            </a:r>
          </a:p>
          <a:p>
            <a:pPr marL="914400" lvl="1" indent="-457200" algn="just">
              <a:buFont typeface="+mj-lt"/>
              <a:buAutoNum type="arabicPeriod"/>
            </a:pPr>
            <a:r>
              <a:rPr lang="en-US" dirty="0">
                <a:latin typeface="Times New Roman" panose="02020603050405020304" pitchFamily="18" charset="0"/>
                <a:cs typeface="Times New Roman" panose="02020603050405020304" pitchFamily="18" charset="0"/>
              </a:rPr>
              <a:t>Consistency with Government priorities</a:t>
            </a:r>
          </a:p>
          <a:p>
            <a:pPr marL="914400" lvl="1" indent="-457200" algn="just">
              <a:buFont typeface="+mj-lt"/>
              <a:buAutoNum type="arabicPeriod"/>
            </a:pPr>
            <a:r>
              <a:rPr lang="en-US" dirty="0">
                <a:latin typeface="Times New Roman" panose="02020603050405020304" pitchFamily="18" charset="0"/>
                <a:cs typeface="Times New Roman" panose="02020603050405020304" pitchFamily="18" charset="0"/>
              </a:rPr>
              <a:t>Availability of inputs</a:t>
            </a:r>
          </a:p>
          <a:p>
            <a:pPr marL="914400" lvl="1" indent="-457200" algn="just">
              <a:buFont typeface="+mj-lt"/>
              <a:buAutoNum type="arabicPeriod"/>
            </a:pPr>
            <a:r>
              <a:rPr lang="en-US" dirty="0">
                <a:latin typeface="Times New Roman" panose="02020603050405020304" pitchFamily="18" charset="0"/>
                <a:cs typeface="Times New Roman" panose="02020603050405020304" pitchFamily="18" charset="0"/>
              </a:rPr>
              <a:t>Adequacy of market</a:t>
            </a:r>
          </a:p>
          <a:p>
            <a:pPr marL="914400" lvl="1" indent="-457200" algn="just">
              <a:buFont typeface="+mj-lt"/>
              <a:buAutoNum type="arabicPeriod"/>
            </a:pPr>
            <a:r>
              <a:rPr lang="en-US" dirty="0">
                <a:latin typeface="Times New Roman" panose="02020603050405020304" pitchFamily="18" charset="0"/>
                <a:cs typeface="Times New Roman" panose="02020603050405020304" pitchFamily="18" charset="0"/>
              </a:rPr>
              <a:t>Reasonableness of cost	</a:t>
            </a:r>
          </a:p>
          <a:p>
            <a:pPr marL="914400" lvl="1" indent="-457200" algn="just">
              <a:buFont typeface="+mj-lt"/>
              <a:buAutoNum type="arabicPeriod"/>
            </a:pPr>
            <a:r>
              <a:rPr lang="en-US" dirty="0">
                <a:latin typeface="Times New Roman" panose="02020603050405020304" pitchFamily="18" charset="0"/>
                <a:cs typeface="Times New Roman" panose="02020603050405020304" pitchFamily="18" charset="0"/>
              </a:rPr>
              <a:t>Acceptability of risk level</a:t>
            </a:r>
          </a:p>
          <a:p>
            <a:pPr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79405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1. Compatibility with the promoter</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p:txBody>
          <a:bodyPr>
            <a:normAutofit/>
          </a:bodyPr>
          <a:lstStyle/>
          <a:p>
            <a:pPr>
              <a:buNone/>
            </a:pPr>
            <a:r>
              <a:rPr lang="en-US" sz="2400" dirty="0"/>
              <a:t>The idea must be compatible with the interest, personality &amp; resources of an entrepreneur:</a:t>
            </a:r>
          </a:p>
          <a:p>
            <a:pPr>
              <a:buNone/>
            </a:pPr>
            <a:r>
              <a:rPr lang="en-US" sz="2400" dirty="0"/>
              <a:t>	</a:t>
            </a:r>
          </a:p>
          <a:p>
            <a:pPr>
              <a:buNone/>
            </a:pPr>
            <a:r>
              <a:rPr lang="en-US" sz="2400" dirty="0"/>
              <a:t>	Real Opportunity has three characteristics (Murphy)</a:t>
            </a:r>
          </a:p>
          <a:p>
            <a:pPr marL="571500" indent="-571500" algn="just">
              <a:buFont typeface="+mj-lt"/>
              <a:buAutoNum type="romanUcPeriod"/>
            </a:pPr>
            <a:r>
              <a:rPr lang="en-US" sz="2400" dirty="0"/>
              <a:t>It fits the personality of the entrepreneur- it squares with his abilities, training &amp; proclivities</a:t>
            </a:r>
          </a:p>
          <a:p>
            <a:pPr marL="571500" indent="-571500">
              <a:buFont typeface="+mj-lt"/>
              <a:buAutoNum type="romanUcPeriod"/>
            </a:pPr>
            <a:r>
              <a:rPr lang="en-US" sz="2400" dirty="0"/>
              <a:t>It is accessible to him</a:t>
            </a:r>
          </a:p>
          <a:p>
            <a:pPr marL="571500" indent="-571500">
              <a:buFont typeface="+mj-lt"/>
              <a:buAutoNum type="romanUcPeriod"/>
            </a:pPr>
            <a:r>
              <a:rPr lang="en-US" sz="2400" dirty="0"/>
              <a:t>It offers him the prospects of rapid growth &amp; high return on invested capital</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0341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2. Consistency with Government priorities </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a:xfrm>
            <a:off x="1035862" y="1685799"/>
            <a:ext cx="9542302" cy="3867978"/>
          </a:xfrm>
        </p:spPr>
        <p:txBody>
          <a:bodyPr>
            <a:noAutofit/>
          </a:bodyPr>
          <a:lstStyle/>
          <a:p>
            <a:pPr>
              <a:buNone/>
            </a:pPr>
            <a:r>
              <a:rPr lang="en-US" sz="2400" dirty="0">
                <a:latin typeface="Times New Roman" panose="02020603050405020304" pitchFamily="18" charset="0"/>
                <a:cs typeface="Times New Roman" panose="02020603050405020304" pitchFamily="18" charset="0"/>
              </a:rPr>
              <a:t>Questions to be raised in this context are:</a:t>
            </a:r>
          </a:p>
          <a:p>
            <a:pPr>
              <a:buNone/>
            </a:pPr>
            <a:r>
              <a:rPr lang="en-US" sz="2400" dirty="0">
                <a:latin typeface="Times New Roman" panose="02020603050405020304" pitchFamily="18" charset="0"/>
                <a:cs typeface="Times New Roman" panose="02020603050405020304" pitchFamily="18" charset="0"/>
              </a:rPr>
              <a:t>		</a:t>
            </a:r>
          </a:p>
          <a:p>
            <a:pPr algn="just"/>
            <a:r>
              <a:rPr lang="en-US" sz="2400" dirty="0">
                <a:latin typeface="Times New Roman" panose="02020603050405020304" pitchFamily="18" charset="0"/>
                <a:cs typeface="Times New Roman" panose="02020603050405020304" pitchFamily="18" charset="0"/>
              </a:rPr>
              <a:t>Is the project consistent with national goals &amp; priorities?</a:t>
            </a:r>
          </a:p>
          <a:p>
            <a:pPr algn="just"/>
            <a:r>
              <a:rPr lang="en-US" sz="2400" dirty="0">
                <a:latin typeface="Times New Roman" panose="02020603050405020304" pitchFamily="18" charset="0"/>
                <a:cs typeface="Times New Roman" panose="02020603050405020304" pitchFamily="18" charset="0"/>
              </a:rPr>
              <a:t>Are there any environmental effects contrary to Government regulations?</a:t>
            </a:r>
          </a:p>
          <a:p>
            <a:pPr algn="just"/>
            <a:r>
              <a:rPr lang="en-US" sz="2400" dirty="0">
                <a:latin typeface="Times New Roman" panose="02020603050405020304" pitchFamily="18" charset="0"/>
                <a:cs typeface="Times New Roman" panose="02020603050405020304" pitchFamily="18" charset="0"/>
              </a:rPr>
              <a:t>Can the foreign exchange requirement of the project can be easily accommodated?</a:t>
            </a:r>
          </a:p>
          <a:p>
            <a:pPr algn="just"/>
            <a:r>
              <a:rPr lang="en-US" sz="2400" dirty="0">
                <a:latin typeface="Times New Roman" panose="02020603050405020304" pitchFamily="18" charset="0"/>
                <a:cs typeface="Times New Roman" panose="02020603050405020304" pitchFamily="18" charset="0"/>
              </a:rPr>
              <a:t>Will there be any difficulty in obtaining the license for the project?</a:t>
            </a:r>
          </a:p>
          <a:p>
            <a:pPr>
              <a:buNone/>
            </a:pPr>
            <a:r>
              <a:rPr lang="en-US" sz="2400" dirty="0">
                <a:latin typeface="Times New Roman" panose="02020603050405020304" pitchFamily="18" charset="0"/>
                <a:cs typeface="Times New Roman" panose="02020603050405020304" pitchFamily="18" charset="0"/>
              </a:rPr>
              <a:t>	</a:t>
            </a:r>
          </a:p>
          <a:p>
            <a:pPr mar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31343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3. Availability of inputs</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a:xfrm>
            <a:off x="949235" y="2041934"/>
            <a:ext cx="9744432" cy="1644541"/>
          </a:xfrm>
        </p:spPr>
        <p:txBody>
          <a:bodyPr>
            <a:noAutofit/>
          </a:bodyPr>
          <a:lstStyle/>
          <a:p>
            <a:pPr>
              <a:buNone/>
            </a:pPr>
            <a:r>
              <a:rPr lang="en-US" sz="2400" dirty="0">
                <a:latin typeface="Times New Roman" panose="02020603050405020304" pitchFamily="18" charset="0"/>
                <a:cs typeface="Times New Roman" panose="02020603050405020304" pitchFamily="18" charset="0"/>
              </a:rPr>
              <a:t>Power (Electric, diesel, coal)</a:t>
            </a:r>
          </a:p>
          <a:p>
            <a:pPr>
              <a:buNone/>
            </a:pPr>
            <a:r>
              <a:rPr lang="en-US" sz="2400" dirty="0">
                <a:latin typeface="Times New Roman" panose="02020603050405020304" pitchFamily="18" charset="0"/>
                <a:cs typeface="Times New Roman" panose="02020603050405020304" pitchFamily="18" charset="0"/>
              </a:rPr>
              <a:t>	Foreign Exchange</a:t>
            </a:r>
          </a:p>
          <a:p>
            <a:pPr>
              <a:buNone/>
            </a:pPr>
            <a:r>
              <a:rPr lang="en-US" sz="2400" dirty="0">
                <a:latin typeface="Times New Roman" panose="02020603050405020304" pitchFamily="18" charset="0"/>
                <a:cs typeface="Times New Roman" panose="02020603050405020304" pitchFamily="18" charset="0"/>
              </a:rPr>
              <a:t>	Important Raw Material</a:t>
            </a:r>
          </a:p>
          <a:p>
            <a:pPr>
              <a:buNone/>
            </a:pPr>
            <a:r>
              <a:rPr lang="en-US" sz="2400" dirty="0">
                <a:latin typeface="Times New Roman" panose="02020603050405020304" pitchFamily="18" charset="0"/>
                <a:cs typeface="Times New Roman" panose="02020603050405020304" pitchFamily="18" charset="0"/>
              </a:rPr>
              <a:t>	Supplies of Agricultural Products </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5034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4. Adequacy of market</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a:xfrm>
            <a:off x="1353497" y="1365070"/>
            <a:ext cx="9070664" cy="4127859"/>
          </a:xfrm>
        </p:spPr>
        <p:txBody>
          <a:bodyPr>
            <a:noAutofit/>
          </a:bodyPr>
          <a:lstStyle/>
          <a:p>
            <a:pPr>
              <a:buNone/>
            </a:pPr>
            <a:r>
              <a:rPr lang="en-US" sz="2400" dirty="0">
                <a:latin typeface="Times New Roman" panose="02020603050405020304" pitchFamily="18" charset="0"/>
                <a:cs typeface="Times New Roman" panose="02020603050405020304" pitchFamily="18" charset="0"/>
              </a:rPr>
              <a:t>The following factors have to be analyzed.</a:t>
            </a:r>
          </a:p>
          <a:p>
            <a:pPr>
              <a:buNone/>
            </a:pPr>
            <a:r>
              <a:rPr lang="en-US" sz="2400" dirty="0">
                <a:latin typeface="Times New Roman" panose="02020603050405020304" pitchFamily="18" charset="0"/>
                <a:cs typeface="Times New Roman" panose="02020603050405020304" pitchFamily="18" charset="0"/>
              </a:rPr>
              <a:t>	</a:t>
            </a:r>
          </a:p>
          <a:p>
            <a:pPr lvl="1"/>
            <a:r>
              <a:rPr lang="en-US" dirty="0">
                <a:latin typeface="Times New Roman" panose="02020603050405020304" pitchFamily="18" charset="0"/>
                <a:cs typeface="Times New Roman" panose="02020603050405020304" pitchFamily="18" charset="0"/>
              </a:rPr>
              <a:t>Total present domestic market</a:t>
            </a:r>
          </a:p>
          <a:p>
            <a:pPr lvl="1"/>
            <a:r>
              <a:rPr lang="en-US" dirty="0">
                <a:latin typeface="Times New Roman" panose="02020603050405020304" pitchFamily="18" charset="0"/>
                <a:cs typeface="Times New Roman" panose="02020603050405020304" pitchFamily="18" charset="0"/>
              </a:rPr>
              <a:t>Competitors &amp; their market share</a:t>
            </a:r>
          </a:p>
          <a:p>
            <a:pPr lvl="1"/>
            <a:r>
              <a:rPr lang="en-US" dirty="0">
                <a:latin typeface="Times New Roman" panose="02020603050405020304" pitchFamily="18" charset="0"/>
                <a:cs typeface="Times New Roman" panose="02020603050405020304" pitchFamily="18" charset="0"/>
              </a:rPr>
              <a:t>Quality-Price profile</a:t>
            </a:r>
          </a:p>
          <a:p>
            <a:pPr lvl="1"/>
            <a:r>
              <a:rPr lang="en-US" dirty="0">
                <a:latin typeface="Times New Roman" panose="02020603050405020304" pitchFamily="18" charset="0"/>
                <a:cs typeface="Times New Roman" panose="02020603050405020304" pitchFamily="18" charset="0"/>
              </a:rPr>
              <a:t>Sales &amp; distribution system</a:t>
            </a:r>
          </a:p>
          <a:p>
            <a:pPr lvl="1"/>
            <a:r>
              <a:rPr lang="en-US" dirty="0">
                <a:latin typeface="Times New Roman" panose="02020603050405020304" pitchFamily="18" charset="0"/>
                <a:cs typeface="Times New Roman" panose="02020603050405020304" pitchFamily="18" charset="0"/>
              </a:rPr>
              <a:t>Barriers to the entry of new units</a:t>
            </a:r>
          </a:p>
          <a:p>
            <a:pPr lvl="1"/>
            <a:r>
              <a:rPr lang="en-US" dirty="0">
                <a:latin typeface="Times New Roman" panose="02020603050405020304" pitchFamily="18" charset="0"/>
                <a:cs typeface="Times New Roman" panose="02020603050405020304" pitchFamily="18" charset="0"/>
              </a:rPr>
              <a:t>Economic, social &amp; demographic trends</a:t>
            </a:r>
          </a:p>
          <a:p>
            <a:pPr lvl="1"/>
            <a:r>
              <a:rPr lang="en-US" dirty="0">
                <a:latin typeface="Times New Roman" panose="02020603050405020304" pitchFamily="18" charset="0"/>
                <a:cs typeface="Times New Roman" panose="02020603050405020304" pitchFamily="18" charset="0"/>
              </a:rPr>
              <a:t>Patent protection</a:t>
            </a:r>
          </a:p>
          <a:p>
            <a:pPr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27825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5. Reasonableness of Cost</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a:xfrm>
            <a:off x="1546001" y="1522170"/>
            <a:ext cx="9503801" cy="4329990"/>
          </a:xfrm>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The cost structure  the project must enable it to </a:t>
            </a:r>
            <a:r>
              <a:rPr lang="en-US" sz="2400" dirty="0" err="1">
                <a:latin typeface="Times New Roman" panose="02020603050405020304" pitchFamily="18" charset="0"/>
                <a:cs typeface="Times New Roman" panose="02020603050405020304" pitchFamily="18" charset="0"/>
              </a:rPr>
              <a:t>realise</a:t>
            </a:r>
            <a:r>
              <a:rPr lang="en-US" sz="2400" dirty="0">
                <a:latin typeface="Times New Roman" panose="02020603050405020304" pitchFamily="18" charset="0"/>
                <a:cs typeface="Times New Roman" panose="02020603050405020304" pitchFamily="18" charset="0"/>
              </a:rPr>
              <a:t> an acceptable profit with a price.</a:t>
            </a:r>
          </a:p>
          <a:p>
            <a:pPr>
              <a:buNone/>
            </a:pP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Cost of material inputs</a:t>
            </a:r>
          </a:p>
          <a:p>
            <a:r>
              <a:rPr lang="en-US" sz="2400" dirty="0">
                <a:latin typeface="Times New Roman" panose="02020603050405020304" pitchFamily="18" charset="0"/>
                <a:cs typeface="Times New Roman" panose="02020603050405020304" pitchFamily="18" charset="0"/>
              </a:rPr>
              <a:t>Labor cost</a:t>
            </a:r>
          </a:p>
          <a:p>
            <a:r>
              <a:rPr lang="en-US" sz="2400" dirty="0">
                <a:latin typeface="Times New Roman" panose="02020603050405020304" pitchFamily="18" charset="0"/>
                <a:cs typeface="Times New Roman" panose="02020603050405020304" pitchFamily="18" charset="0"/>
              </a:rPr>
              <a:t>Factory overheads</a:t>
            </a:r>
          </a:p>
          <a:p>
            <a:r>
              <a:rPr lang="en-US" sz="2400" dirty="0">
                <a:latin typeface="Times New Roman" panose="02020603050405020304" pitchFamily="18" charset="0"/>
                <a:cs typeface="Times New Roman" panose="02020603050405020304" pitchFamily="18" charset="0"/>
              </a:rPr>
              <a:t>General administration expenses</a:t>
            </a:r>
          </a:p>
          <a:p>
            <a:r>
              <a:rPr lang="en-US" sz="2400" dirty="0">
                <a:latin typeface="Times New Roman" panose="02020603050405020304" pitchFamily="18" charset="0"/>
                <a:cs typeface="Times New Roman" panose="02020603050405020304" pitchFamily="18" charset="0"/>
              </a:rPr>
              <a:t>Selling &amp; distribution costs</a:t>
            </a:r>
          </a:p>
          <a:p>
            <a:r>
              <a:rPr lang="en-US" sz="2400" dirty="0">
                <a:latin typeface="Times New Roman" panose="02020603050405020304" pitchFamily="18" charset="0"/>
                <a:cs typeface="Times New Roman" panose="02020603050405020304" pitchFamily="18" charset="0"/>
              </a:rPr>
              <a:t>Services costs</a:t>
            </a:r>
          </a:p>
          <a:p>
            <a:pPr mar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74825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6. Acceptability of risk level</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a:xfrm>
            <a:off x="881858" y="1791677"/>
            <a:ext cx="9956188" cy="3011328"/>
          </a:xfrm>
        </p:spPr>
        <p:txBody>
          <a:bodyPr>
            <a:normAutofit lnSpcReduction="10000"/>
          </a:bodyPr>
          <a:lstStyle/>
          <a:p>
            <a:pPr algn="just">
              <a:buNone/>
            </a:pPr>
            <a:r>
              <a:rPr lang="en-US" sz="2400" dirty="0">
                <a:latin typeface="Times New Roman" panose="02020603050405020304" pitchFamily="18" charset="0"/>
                <a:cs typeface="Times New Roman" panose="02020603050405020304" pitchFamily="18" charset="0"/>
              </a:rPr>
              <a:t>In the assessment of risk the following factors should be considered:</a:t>
            </a:r>
          </a:p>
          <a:p>
            <a:pPr algn="just">
              <a:buNone/>
            </a:pPr>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	Vulnerability of business cycle</a:t>
            </a:r>
          </a:p>
          <a:p>
            <a:r>
              <a:rPr lang="en-US" sz="2400" dirty="0">
                <a:latin typeface="Times New Roman" panose="02020603050405020304" pitchFamily="18" charset="0"/>
                <a:cs typeface="Times New Roman" panose="02020603050405020304" pitchFamily="18" charset="0"/>
              </a:rPr>
              <a:t>	Technological changes</a:t>
            </a:r>
          </a:p>
          <a:p>
            <a:r>
              <a:rPr lang="en-US" sz="2400" dirty="0">
                <a:latin typeface="Times New Roman" panose="02020603050405020304" pitchFamily="18" charset="0"/>
                <a:cs typeface="Times New Roman" panose="02020603050405020304" pitchFamily="18" charset="0"/>
              </a:rPr>
              <a:t>	Competition from substitutes</a:t>
            </a:r>
          </a:p>
          <a:p>
            <a:r>
              <a:rPr lang="en-US" sz="2400" dirty="0">
                <a:latin typeface="Times New Roman" panose="02020603050405020304" pitchFamily="18" charset="0"/>
                <a:cs typeface="Times New Roman" panose="02020603050405020304" pitchFamily="18" charset="0"/>
              </a:rPr>
              <a:t>	Competition from imports</a:t>
            </a:r>
          </a:p>
          <a:p>
            <a:r>
              <a:rPr lang="en-US" sz="2400" dirty="0">
                <a:latin typeface="Times New Roman" panose="02020603050405020304" pitchFamily="18" charset="0"/>
                <a:cs typeface="Times New Roman" panose="02020603050405020304" pitchFamily="18" charset="0"/>
              </a:rPr>
              <a:t>	Shifts in consumer preferences</a:t>
            </a:r>
          </a:p>
          <a:p>
            <a:pPr mar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51900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Project Rating Index (PRI)</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a:xfrm>
            <a:off x="1016612" y="1397042"/>
            <a:ext cx="10160001" cy="4445493"/>
          </a:xfrm>
        </p:spPr>
        <p:txBody>
          <a:bodyPr>
            <a:normAutofit/>
          </a:bodyPr>
          <a:lstStyle/>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When a firm evaluates a large number of project ideas, it may be helpful to streamline the process of preliminary screening. For this purpose, a preliminary evaluation may be translated into a Project Rating Index. </a:t>
            </a:r>
          </a:p>
          <a:p>
            <a:pPr algn="just"/>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879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Steps of PRI</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p:txBody>
          <a:bodyPr>
            <a:normAutofit/>
          </a:bodyPr>
          <a:lstStyle/>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Identify factors relevant for project rating.</a:t>
            </a: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Assign weights to these factors. (Subject to their relative importance)</a:t>
            </a: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Rate the project proposal on various factors, using a suitable rating scale. (5 point scale)</a:t>
            </a: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 For each factor, multiply the factor rating with the factor weight to get the factor score</a:t>
            </a: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Add all the factors scores to get the overall project rating index</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09156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Ranking Potential Projects</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p:txBody>
          <a:bodyPr>
            <a:normAutofit/>
          </a:bodyPr>
          <a:lstStyle/>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a:t>
            </a:r>
          </a:p>
          <a:p>
            <a:endParaRPr lang="en-IN" sz="2400"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B1A37FA1-8642-4041-667D-1172F283E54C}"/>
              </a:ext>
            </a:extLst>
          </p:cNvPr>
          <p:cNvGraphicFramePr>
            <a:graphicFrameLocks noGrp="1"/>
          </p:cNvGraphicFramePr>
          <p:nvPr>
            <p:extLst>
              <p:ext uri="{D42A27DB-BD31-4B8C-83A1-F6EECF244321}">
                <p14:modId xmlns:p14="http://schemas.microsoft.com/office/powerpoint/2010/main" val="299364460"/>
              </p:ext>
            </p:extLst>
          </p:nvPr>
        </p:nvGraphicFramePr>
        <p:xfrm>
          <a:off x="4640179" y="1667995"/>
          <a:ext cx="2727506" cy="4496394"/>
        </p:xfrm>
        <a:graphic>
          <a:graphicData uri="http://schemas.openxmlformats.org/drawingml/2006/table">
            <a:tbl>
              <a:tblPr firstRow="1" bandRow="1">
                <a:tableStyleId>{5C22544A-7EE6-4342-B048-85BDC9FD1C3A}</a:tableStyleId>
              </a:tblPr>
              <a:tblGrid>
                <a:gridCol w="2727506">
                  <a:extLst>
                    <a:ext uri="{9D8B030D-6E8A-4147-A177-3AD203B41FA5}">
                      <a16:colId xmlns:a16="http://schemas.microsoft.com/office/drawing/2014/main" val="654623836"/>
                    </a:ext>
                  </a:extLst>
                </a:gridCol>
              </a:tblGrid>
              <a:tr h="771957">
                <a:tc>
                  <a:txBody>
                    <a:bodyPr/>
                    <a:lstStyle/>
                    <a:p>
                      <a:r>
                        <a:rPr lang="en-IN" sz="2400" dirty="0">
                          <a:latin typeface="Times New Roman" panose="02020603050405020304" pitchFamily="18" charset="0"/>
                          <a:cs typeface="Times New Roman" panose="02020603050405020304" pitchFamily="18" charset="0"/>
                        </a:rPr>
                        <a:t>Ease of implementation</a:t>
                      </a:r>
                    </a:p>
                  </a:txBody>
                  <a:tcPr>
                    <a:solidFill>
                      <a:srgbClr val="C00000"/>
                    </a:solidFill>
                  </a:tcPr>
                </a:tc>
                <a:extLst>
                  <a:ext uri="{0D108BD9-81ED-4DB2-BD59-A6C34878D82A}">
                    <a16:rowId xmlns:a16="http://schemas.microsoft.com/office/drawing/2014/main" val="844458942"/>
                  </a:ext>
                </a:extLst>
              </a:tr>
              <a:tr h="771957">
                <a:tc>
                  <a:txBody>
                    <a:bodyPr/>
                    <a:lstStyle/>
                    <a:p>
                      <a:r>
                        <a:rPr lang="en-IN" sz="2400" dirty="0">
                          <a:latin typeface="Times New Roman" panose="02020603050405020304" pitchFamily="18" charset="0"/>
                          <a:cs typeface="Times New Roman" panose="02020603050405020304" pitchFamily="18" charset="0"/>
                        </a:rPr>
                        <a:t>Estimated resource hours</a:t>
                      </a:r>
                    </a:p>
                  </a:txBody>
                  <a:tcPr/>
                </a:tc>
                <a:extLst>
                  <a:ext uri="{0D108BD9-81ED-4DB2-BD59-A6C34878D82A}">
                    <a16:rowId xmlns:a16="http://schemas.microsoft.com/office/drawing/2014/main" val="677770680"/>
                  </a:ext>
                </a:extLst>
              </a:tr>
              <a:tr h="602277">
                <a:tc>
                  <a:txBody>
                    <a:bodyPr/>
                    <a:lstStyle/>
                    <a:p>
                      <a:r>
                        <a:rPr lang="en-IN" sz="2400" dirty="0">
                          <a:latin typeface="Times New Roman" panose="02020603050405020304" pitchFamily="18" charset="0"/>
                          <a:cs typeface="Times New Roman" panose="02020603050405020304" pitchFamily="18" charset="0"/>
                        </a:rPr>
                        <a:t>Estimated timescale</a:t>
                      </a:r>
                    </a:p>
                  </a:txBody>
                  <a:tcPr/>
                </a:tc>
                <a:extLst>
                  <a:ext uri="{0D108BD9-81ED-4DB2-BD59-A6C34878D82A}">
                    <a16:rowId xmlns:a16="http://schemas.microsoft.com/office/drawing/2014/main" val="4174352206"/>
                  </a:ext>
                </a:extLst>
              </a:tr>
              <a:tr h="771957">
                <a:tc>
                  <a:txBody>
                    <a:bodyPr/>
                    <a:lstStyle/>
                    <a:p>
                      <a:r>
                        <a:rPr lang="en-IN" sz="2400" dirty="0">
                          <a:latin typeface="Times New Roman" panose="02020603050405020304" pitchFamily="18" charset="0"/>
                          <a:cs typeface="Times New Roman" panose="02020603050405020304" pitchFamily="18" charset="0"/>
                        </a:rPr>
                        <a:t>Estimated level of resistance</a:t>
                      </a:r>
                    </a:p>
                  </a:txBody>
                  <a:tcPr/>
                </a:tc>
                <a:extLst>
                  <a:ext uri="{0D108BD9-81ED-4DB2-BD59-A6C34878D82A}">
                    <a16:rowId xmlns:a16="http://schemas.microsoft.com/office/drawing/2014/main" val="3458072697"/>
                  </a:ext>
                </a:extLst>
              </a:tr>
              <a:tr h="771957">
                <a:tc>
                  <a:txBody>
                    <a:bodyPr/>
                    <a:lstStyle/>
                    <a:p>
                      <a:r>
                        <a:rPr lang="en-IN" sz="2400" dirty="0">
                          <a:latin typeface="Times New Roman" panose="02020603050405020304" pitchFamily="18" charset="0"/>
                          <a:cs typeface="Times New Roman" panose="02020603050405020304" pitchFamily="18" charset="0"/>
                        </a:rPr>
                        <a:t>Number of cross-teams impacted</a:t>
                      </a:r>
                    </a:p>
                  </a:txBody>
                  <a:tcPr/>
                </a:tc>
                <a:extLst>
                  <a:ext uri="{0D108BD9-81ED-4DB2-BD59-A6C34878D82A}">
                    <a16:rowId xmlns:a16="http://schemas.microsoft.com/office/drawing/2014/main" val="505285280"/>
                  </a:ext>
                </a:extLst>
              </a:tr>
              <a:tr h="602277">
                <a:tc>
                  <a:txBody>
                    <a:bodyPr/>
                    <a:lstStyle/>
                    <a:p>
                      <a:endParaRPr lang="en-IN" dirty="0"/>
                    </a:p>
                  </a:txBody>
                  <a:tcPr/>
                </a:tc>
                <a:extLst>
                  <a:ext uri="{0D108BD9-81ED-4DB2-BD59-A6C34878D82A}">
                    <a16:rowId xmlns:a16="http://schemas.microsoft.com/office/drawing/2014/main" val="690470349"/>
                  </a:ext>
                </a:extLst>
              </a:tr>
            </a:tbl>
          </a:graphicData>
        </a:graphic>
      </p:graphicFrame>
      <p:graphicFrame>
        <p:nvGraphicFramePr>
          <p:cNvPr id="7" name="Table 6">
            <a:extLst>
              <a:ext uri="{FF2B5EF4-FFF2-40B4-BE49-F238E27FC236}">
                <a16:creationId xmlns:a16="http://schemas.microsoft.com/office/drawing/2014/main" id="{A6102F24-B2EB-B407-D017-1A3A6816948B}"/>
              </a:ext>
            </a:extLst>
          </p:cNvPr>
          <p:cNvGraphicFramePr>
            <a:graphicFrameLocks noGrp="1"/>
          </p:cNvGraphicFramePr>
          <p:nvPr>
            <p:extLst>
              <p:ext uri="{D42A27DB-BD31-4B8C-83A1-F6EECF244321}">
                <p14:modId xmlns:p14="http://schemas.microsoft.com/office/powerpoint/2010/main" val="1280344275"/>
              </p:ext>
            </p:extLst>
          </p:nvPr>
        </p:nvGraphicFramePr>
        <p:xfrm>
          <a:off x="8307403" y="1662222"/>
          <a:ext cx="2838651" cy="3957372"/>
        </p:xfrm>
        <a:graphic>
          <a:graphicData uri="http://schemas.openxmlformats.org/drawingml/2006/table">
            <a:tbl>
              <a:tblPr firstRow="1" bandRow="1">
                <a:tableStyleId>{5C22544A-7EE6-4342-B048-85BDC9FD1C3A}</a:tableStyleId>
              </a:tblPr>
              <a:tblGrid>
                <a:gridCol w="2838651">
                  <a:extLst>
                    <a:ext uri="{9D8B030D-6E8A-4147-A177-3AD203B41FA5}">
                      <a16:colId xmlns:a16="http://schemas.microsoft.com/office/drawing/2014/main" val="417519924"/>
                    </a:ext>
                  </a:extLst>
                </a:gridCol>
              </a:tblGrid>
              <a:tr h="770484">
                <a:tc>
                  <a:txBody>
                    <a:bodyPr/>
                    <a:lstStyle/>
                    <a:p>
                      <a:r>
                        <a:rPr lang="en-IN" sz="2400" dirty="0">
                          <a:latin typeface="Times New Roman" panose="02020603050405020304" pitchFamily="18" charset="0"/>
                          <a:cs typeface="Times New Roman" panose="02020603050405020304" pitchFamily="18" charset="0"/>
                        </a:rPr>
                        <a:t>Other considerations</a:t>
                      </a:r>
                    </a:p>
                  </a:txBody>
                  <a:tcPr>
                    <a:solidFill>
                      <a:srgbClr val="C00000"/>
                    </a:solidFill>
                  </a:tcPr>
                </a:tc>
                <a:extLst>
                  <a:ext uri="{0D108BD9-81ED-4DB2-BD59-A6C34878D82A}">
                    <a16:rowId xmlns:a16="http://schemas.microsoft.com/office/drawing/2014/main" val="4187574646"/>
                  </a:ext>
                </a:extLst>
              </a:tr>
              <a:tr h="770484">
                <a:tc>
                  <a:txBody>
                    <a:bodyPr/>
                    <a:lstStyle/>
                    <a:p>
                      <a:r>
                        <a:rPr lang="en-IN" sz="2400" dirty="0">
                          <a:latin typeface="Times New Roman" panose="02020603050405020304" pitchFamily="18" charset="0"/>
                          <a:cs typeface="Times New Roman" panose="02020603050405020304" pitchFamily="18" charset="0"/>
                        </a:rPr>
                        <a:t>Alignment to strategy</a:t>
                      </a:r>
                    </a:p>
                  </a:txBody>
                  <a:tcPr/>
                </a:tc>
                <a:extLst>
                  <a:ext uri="{0D108BD9-81ED-4DB2-BD59-A6C34878D82A}">
                    <a16:rowId xmlns:a16="http://schemas.microsoft.com/office/drawing/2014/main" val="826726574"/>
                  </a:ext>
                </a:extLst>
              </a:tr>
              <a:tr h="770484">
                <a:tc>
                  <a:txBody>
                    <a:bodyPr/>
                    <a:lstStyle/>
                    <a:p>
                      <a:r>
                        <a:rPr lang="en-IN" sz="2400" dirty="0">
                          <a:latin typeface="Times New Roman" panose="02020603050405020304" pitchFamily="18" charset="0"/>
                          <a:cs typeface="Times New Roman" panose="02020603050405020304" pitchFamily="18" charset="0"/>
                        </a:rPr>
                        <a:t>Sustain/develop client focus</a:t>
                      </a:r>
                    </a:p>
                  </a:txBody>
                  <a:tcPr/>
                </a:tc>
                <a:extLst>
                  <a:ext uri="{0D108BD9-81ED-4DB2-BD59-A6C34878D82A}">
                    <a16:rowId xmlns:a16="http://schemas.microsoft.com/office/drawing/2014/main" val="167176749"/>
                  </a:ext>
                </a:extLst>
              </a:tr>
              <a:tr h="770484">
                <a:tc>
                  <a:txBody>
                    <a:bodyPr/>
                    <a:lstStyle/>
                    <a:p>
                      <a:r>
                        <a:rPr lang="en-IN" sz="2400" dirty="0">
                          <a:latin typeface="Times New Roman" panose="02020603050405020304" pitchFamily="18" charset="0"/>
                          <a:cs typeface="Times New Roman" panose="02020603050405020304" pitchFamily="18" charset="0"/>
                        </a:rPr>
                        <a:t>Quality policy</a:t>
                      </a:r>
                    </a:p>
                  </a:txBody>
                  <a:tcPr/>
                </a:tc>
                <a:extLst>
                  <a:ext uri="{0D108BD9-81ED-4DB2-BD59-A6C34878D82A}">
                    <a16:rowId xmlns:a16="http://schemas.microsoft.com/office/drawing/2014/main" val="1241578156"/>
                  </a:ext>
                </a:extLst>
              </a:tr>
              <a:tr h="770484">
                <a:tc>
                  <a:txBody>
                    <a:bodyPr/>
                    <a:lstStyle/>
                    <a:p>
                      <a:r>
                        <a:rPr lang="en-IN" sz="2400" dirty="0">
                          <a:latin typeface="Times New Roman" panose="02020603050405020304" pitchFamily="18" charset="0"/>
                          <a:cs typeface="Times New Roman" panose="02020603050405020304" pitchFamily="18" charset="0"/>
                        </a:rPr>
                        <a:t>Capital required</a:t>
                      </a:r>
                    </a:p>
                  </a:txBody>
                  <a:tcPr/>
                </a:tc>
                <a:extLst>
                  <a:ext uri="{0D108BD9-81ED-4DB2-BD59-A6C34878D82A}">
                    <a16:rowId xmlns:a16="http://schemas.microsoft.com/office/drawing/2014/main" val="3639732805"/>
                  </a:ext>
                </a:extLst>
              </a:tr>
            </a:tbl>
          </a:graphicData>
        </a:graphic>
      </p:graphicFrame>
      <p:graphicFrame>
        <p:nvGraphicFramePr>
          <p:cNvPr id="8" name="Table 7">
            <a:extLst>
              <a:ext uri="{FF2B5EF4-FFF2-40B4-BE49-F238E27FC236}">
                <a16:creationId xmlns:a16="http://schemas.microsoft.com/office/drawing/2014/main" id="{F71C8DD6-38CC-31E4-1C55-F5380E0798E0}"/>
              </a:ext>
            </a:extLst>
          </p:cNvPr>
          <p:cNvGraphicFramePr>
            <a:graphicFrameLocks noGrp="1"/>
          </p:cNvGraphicFramePr>
          <p:nvPr>
            <p:extLst>
              <p:ext uri="{D42A27DB-BD31-4B8C-83A1-F6EECF244321}">
                <p14:modId xmlns:p14="http://schemas.microsoft.com/office/powerpoint/2010/main" val="3357510430"/>
              </p:ext>
            </p:extLst>
          </p:nvPr>
        </p:nvGraphicFramePr>
        <p:xfrm>
          <a:off x="790875" y="1662222"/>
          <a:ext cx="2727505" cy="4282680"/>
        </p:xfrm>
        <a:graphic>
          <a:graphicData uri="http://schemas.openxmlformats.org/drawingml/2006/table">
            <a:tbl>
              <a:tblPr firstRow="1" bandRow="1">
                <a:tableStyleId>{5C22544A-7EE6-4342-B048-85BDC9FD1C3A}</a:tableStyleId>
              </a:tblPr>
              <a:tblGrid>
                <a:gridCol w="2727505">
                  <a:extLst>
                    <a:ext uri="{9D8B030D-6E8A-4147-A177-3AD203B41FA5}">
                      <a16:colId xmlns:a16="http://schemas.microsoft.com/office/drawing/2014/main" val="1764796226"/>
                    </a:ext>
                  </a:extLst>
                </a:gridCol>
              </a:tblGrid>
              <a:tr h="691944">
                <a:tc>
                  <a:txBody>
                    <a:bodyPr/>
                    <a:lstStyle/>
                    <a:p>
                      <a:r>
                        <a:rPr lang="en-IN" sz="2400" dirty="0">
                          <a:latin typeface="Times New Roman" panose="02020603050405020304" pitchFamily="18" charset="0"/>
                          <a:cs typeface="Times New Roman" panose="02020603050405020304" pitchFamily="18" charset="0"/>
                        </a:rPr>
                        <a:t>Scale of Benefit</a:t>
                      </a:r>
                    </a:p>
                  </a:txBody>
                  <a:tcPr>
                    <a:solidFill>
                      <a:srgbClr val="C00000"/>
                    </a:solidFill>
                  </a:tcPr>
                </a:tc>
                <a:extLst>
                  <a:ext uri="{0D108BD9-81ED-4DB2-BD59-A6C34878D82A}">
                    <a16:rowId xmlns:a16="http://schemas.microsoft.com/office/drawing/2014/main" val="3774111017"/>
                  </a:ext>
                </a:extLst>
              </a:tr>
              <a:tr h="691944">
                <a:tc>
                  <a:txBody>
                    <a:bodyPr/>
                    <a:lstStyle/>
                    <a:p>
                      <a:r>
                        <a:rPr lang="en-IN" sz="2400" dirty="0">
                          <a:latin typeface="Times New Roman" panose="02020603050405020304" pitchFamily="18" charset="0"/>
                          <a:cs typeface="Times New Roman" panose="02020603050405020304" pitchFamily="18" charset="0"/>
                        </a:rPr>
                        <a:t>Size of the opportunity</a:t>
                      </a:r>
                    </a:p>
                  </a:txBody>
                  <a:tcPr/>
                </a:tc>
                <a:extLst>
                  <a:ext uri="{0D108BD9-81ED-4DB2-BD59-A6C34878D82A}">
                    <a16:rowId xmlns:a16="http://schemas.microsoft.com/office/drawing/2014/main" val="3874931777"/>
                  </a:ext>
                </a:extLst>
              </a:tr>
              <a:tr h="691944">
                <a:tc>
                  <a:txBody>
                    <a:bodyPr/>
                    <a:lstStyle/>
                    <a:p>
                      <a:r>
                        <a:rPr lang="en-IN" sz="2400" dirty="0">
                          <a:latin typeface="Times New Roman" panose="02020603050405020304" pitchFamily="18" charset="0"/>
                          <a:cs typeface="Times New Roman" panose="02020603050405020304" pitchFamily="18" charset="0"/>
                        </a:rPr>
                        <a:t>Money saved</a:t>
                      </a:r>
                    </a:p>
                  </a:txBody>
                  <a:tcPr/>
                </a:tc>
                <a:extLst>
                  <a:ext uri="{0D108BD9-81ED-4DB2-BD59-A6C34878D82A}">
                    <a16:rowId xmlns:a16="http://schemas.microsoft.com/office/drawing/2014/main" val="863457949"/>
                  </a:ext>
                </a:extLst>
              </a:tr>
              <a:tr h="691944">
                <a:tc>
                  <a:txBody>
                    <a:bodyPr/>
                    <a:lstStyle/>
                    <a:p>
                      <a:r>
                        <a:rPr lang="en-IN" sz="2400" dirty="0">
                          <a:latin typeface="Times New Roman" panose="02020603050405020304" pitchFamily="18" charset="0"/>
                          <a:cs typeface="Times New Roman" panose="02020603050405020304" pitchFamily="18" charset="0"/>
                        </a:rPr>
                        <a:t>Cost avoidance</a:t>
                      </a:r>
                    </a:p>
                  </a:txBody>
                  <a:tcPr/>
                </a:tc>
                <a:extLst>
                  <a:ext uri="{0D108BD9-81ED-4DB2-BD59-A6C34878D82A}">
                    <a16:rowId xmlns:a16="http://schemas.microsoft.com/office/drawing/2014/main" val="1000217530"/>
                  </a:ext>
                </a:extLst>
              </a:tr>
              <a:tr h="691944">
                <a:tc>
                  <a:txBody>
                    <a:bodyPr/>
                    <a:lstStyle/>
                    <a:p>
                      <a:r>
                        <a:rPr lang="en-IN" sz="2400" dirty="0">
                          <a:latin typeface="Times New Roman" panose="02020603050405020304" pitchFamily="18" charset="0"/>
                          <a:cs typeface="Times New Roman" panose="02020603050405020304" pitchFamily="18" charset="0"/>
                        </a:rPr>
                        <a:t>Time saved</a:t>
                      </a:r>
                    </a:p>
                  </a:txBody>
                  <a:tcPr/>
                </a:tc>
                <a:extLst>
                  <a:ext uri="{0D108BD9-81ED-4DB2-BD59-A6C34878D82A}">
                    <a16:rowId xmlns:a16="http://schemas.microsoft.com/office/drawing/2014/main" val="2381971379"/>
                  </a:ext>
                </a:extLst>
              </a:tr>
              <a:tr h="691944">
                <a:tc>
                  <a:txBody>
                    <a:bodyPr/>
                    <a:lstStyle/>
                    <a:p>
                      <a:r>
                        <a:rPr lang="en-IN" sz="2400" dirty="0">
                          <a:latin typeface="Times New Roman" panose="02020603050405020304" pitchFamily="18" charset="0"/>
                          <a:cs typeface="Times New Roman" panose="02020603050405020304" pitchFamily="18" charset="0"/>
                        </a:rPr>
                        <a:t>Repeatable benefit</a:t>
                      </a:r>
                    </a:p>
                  </a:txBody>
                  <a:tcPr/>
                </a:tc>
                <a:extLst>
                  <a:ext uri="{0D108BD9-81ED-4DB2-BD59-A6C34878D82A}">
                    <a16:rowId xmlns:a16="http://schemas.microsoft.com/office/drawing/2014/main" val="2293702155"/>
                  </a:ext>
                </a:extLst>
              </a:tr>
            </a:tbl>
          </a:graphicData>
        </a:graphic>
      </p:graphicFrame>
    </p:spTree>
    <p:extLst>
      <p:ext uri="{BB962C8B-B14F-4D97-AF65-F5344CB8AC3E}">
        <p14:creationId xmlns:p14="http://schemas.microsoft.com/office/powerpoint/2010/main" val="2078670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Using Priority Matrix</a:t>
            </a:r>
            <a:endParaRPr lang="en-IN" sz="3600" dirty="0">
              <a:latin typeface="Times New Roman" panose="02020603050405020304" pitchFamily="18" charset="0"/>
              <a:cs typeface="Times New Roman" panose="02020603050405020304" pitchFamily="18" charset="0"/>
            </a:endParaRPr>
          </a:p>
        </p:txBody>
      </p:sp>
      <p:graphicFrame>
        <p:nvGraphicFramePr>
          <p:cNvPr id="6" name="Table 4">
            <a:extLst>
              <a:ext uri="{FF2B5EF4-FFF2-40B4-BE49-F238E27FC236}">
                <a16:creationId xmlns:a16="http://schemas.microsoft.com/office/drawing/2014/main" id="{AD69EF28-5B8A-CDE5-E7D2-0B8E4CAFCAFA}"/>
              </a:ext>
            </a:extLst>
          </p:cNvPr>
          <p:cNvGraphicFramePr>
            <a:graphicFrameLocks/>
          </p:cNvGraphicFramePr>
          <p:nvPr>
            <p:extLst>
              <p:ext uri="{D42A27DB-BD31-4B8C-83A1-F6EECF244321}">
                <p14:modId xmlns:p14="http://schemas.microsoft.com/office/powerpoint/2010/main" val="2173404664"/>
              </p:ext>
            </p:extLst>
          </p:nvPr>
        </p:nvGraphicFramePr>
        <p:xfrm>
          <a:off x="457199" y="1006555"/>
          <a:ext cx="10948737" cy="5169461"/>
        </p:xfrm>
        <a:graphic>
          <a:graphicData uri="http://schemas.openxmlformats.org/drawingml/2006/table">
            <a:tbl>
              <a:tblPr firstRow="1" bandRow="1"/>
              <a:tblGrid>
                <a:gridCol w="700076">
                  <a:extLst>
                    <a:ext uri="{9D8B030D-6E8A-4147-A177-3AD203B41FA5}">
                      <a16:colId xmlns:a16="http://schemas.microsoft.com/office/drawing/2014/main" val="2901253777"/>
                    </a:ext>
                  </a:extLst>
                </a:gridCol>
                <a:gridCol w="5762021">
                  <a:extLst>
                    <a:ext uri="{9D8B030D-6E8A-4147-A177-3AD203B41FA5}">
                      <a16:colId xmlns:a16="http://schemas.microsoft.com/office/drawing/2014/main" val="2257440703"/>
                    </a:ext>
                  </a:extLst>
                </a:gridCol>
                <a:gridCol w="1675319">
                  <a:extLst>
                    <a:ext uri="{9D8B030D-6E8A-4147-A177-3AD203B41FA5}">
                      <a16:colId xmlns:a16="http://schemas.microsoft.com/office/drawing/2014/main" val="3546409408"/>
                    </a:ext>
                  </a:extLst>
                </a:gridCol>
                <a:gridCol w="1296651">
                  <a:extLst>
                    <a:ext uri="{9D8B030D-6E8A-4147-A177-3AD203B41FA5}">
                      <a16:colId xmlns:a16="http://schemas.microsoft.com/office/drawing/2014/main" val="1292101785"/>
                    </a:ext>
                  </a:extLst>
                </a:gridCol>
                <a:gridCol w="1514670">
                  <a:extLst>
                    <a:ext uri="{9D8B030D-6E8A-4147-A177-3AD203B41FA5}">
                      <a16:colId xmlns:a16="http://schemas.microsoft.com/office/drawing/2014/main" val="3255283564"/>
                    </a:ext>
                  </a:extLst>
                </a:gridCol>
              </a:tblGrid>
              <a:tr h="927417">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r>
                        <a:rPr lang="en-IN" sz="1800" dirty="0" err="1">
                          <a:latin typeface="Times New Roman" panose="02020603050405020304" pitchFamily="18" charset="0"/>
                          <a:cs typeface="Times New Roman" panose="02020603050405020304" pitchFamily="18" charset="0"/>
                        </a:rPr>
                        <a:t>S.No</a:t>
                      </a:r>
                      <a:r>
                        <a:rPr lang="en-IN" sz="1800" dirty="0">
                          <a:latin typeface="Times New Roman" panose="02020603050405020304" pitchFamily="18" charset="0"/>
                          <a:cs typeface="Times New Roman" panose="02020603050405020304" pitchFamily="18" charset="0"/>
                        </a:rPr>
                        <a:t>. </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00000"/>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r>
                        <a:rPr lang="en-IN" sz="1800" dirty="0">
                          <a:latin typeface="Times New Roman" panose="02020603050405020304" pitchFamily="18" charset="0"/>
                          <a:cs typeface="Times New Roman" panose="02020603050405020304" pitchFamily="18" charset="0"/>
                        </a:rPr>
                        <a:t>Criteria</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00000"/>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r>
                        <a:rPr lang="en-IN" sz="1800" dirty="0">
                          <a:latin typeface="Times New Roman" panose="02020603050405020304" pitchFamily="18" charset="0"/>
                          <a:cs typeface="Times New Roman" panose="02020603050405020304" pitchFamily="18" charset="0"/>
                        </a:rPr>
                        <a:t>Weight (W)</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00000"/>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r>
                        <a:rPr lang="en-IN" sz="1800" dirty="0"/>
                        <a:t>Score (S)</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00000"/>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r>
                        <a:rPr lang="en-IN" sz="1800" dirty="0"/>
                        <a:t>Weighted score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137858032"/>
                  </a:ext>
                </a:extLst>
              </a:tr>
              <a:tr h="396563">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IN" sz="1800" dirty="0">
                          <a:latin typeface="Times New Roman" panose="02020603050405020304" pitchFamily="18" charset="0"/>
                          <a:cs typeface="Times New Roman" panose="02020603050405020304" pitchFamily="18" charset="0"/>
                        </a:rPr>
                        <a:t>1</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IN" sz="1800" dirty="0">
                          <a:latin typeface="Times New Roman" panose="02020603050405020304" pitchFamily="18" charset="0"/>
                          <a:cs typeface="Times New Roman" panose="02020603050405020304" pitchFamily="18" charset="0"/>
                        </a:rPr>
                        <a:t>Organisational alignment</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IN" sz="1800" dirty="0">
                          <a:latin typeface="Times New Roman" panose="02020603050405020304" pitchFamily="18" charset="0"/>
                          <a:cs typeface="Times New Roman" panose="02020603050405020304" pitchFamily="18" charset="0"/>
                        </a:rPr>
                        <a:t>25%</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en-IN" sz="180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IN" sz="1800" b="1" dirty="0"/>
                        <a:t>W*S</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3020143"/>
                  </a:ext>
                </a:extLst>
              </a:tr>
              <a:tr h="1334504">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IN" sz="1800" dirty="0">
                          <a:latin typeface="Times New Roman" panose="02020603050405020304" pitchFamily="18" charset="0"/>
                          <a:cs typeface="Times New Roman" panose="02020603050405020304" pitchFamily="18" charset="0"/>
                        </a:rPr>
                        <a:t>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IN" sz="1800" dirty="0">
                          <a:latin typeface="Times New Roman" panose="02020603050405020304" pitchFamily="18" charset="0"/>
                          <a:cs typeface="Times New Roman" panose="02020603050405020304" pitchFamily="18" charset="0"/>
                        </a:rPr>
                        <a:t>Projected benefits</a:t>
                      </a:r>
                    </a:p>
                    <a:p>
                      <a:r>
                        <a:rPr lang="en-IN" sz="1800" dirty="0">
                          <a:latin typeface="Times New Roman" panose="02020603050405020304" pitchFamily="18" charset="0"/>
                          <a:cs typeface="Times New Roman" panose="02020603050405020304" pitchFamily="18" charset="0"/>
                        </a:rPr>
                        <a:t>2.1 External customers</a:t>
                      </a:r>
                    </a:p>
                    <a:p>
                      <a:r>
                        <a:rPr lang="en-IN" sz="1800" dirty="0">
                          <a:latin typeface="Times New Roman" panose="02020603050405020304" pitchFamily="18" charset="0"/>
                          <a:cs typeface="Times New Roman" panose="02020603050405020304" pitchFamily="18" charset="0"/>
                        </a:rPr>
                        <a:t>2.2 External stakeholders</a:t>
                      </a:r>
                    </a:p>
                    <a:p>
                      <a:r>
                        <a:rPr lang="en-IN" sz="1800" dirty="0">
                          <a:latin typeface="Times New Roman" panose="02020603050405020304" pitchFamily="18" charset="0"/>
                          <a:cs typeface="Times New Roman" panose="02020603050405020304" pitchFamily="18" charset="0"/>
                        </a:rPr>
                        <a:t>2.3 Employee or internal customer</a:t>
                      </a:r>
                    </a:p>
                    <a:p>
                      <a:r>
                        <a:rPr lang="en-IN" sz="1800" dirty="0">
                          <a:latin typeface="Times New Roman" panose="02020603050405020304" pitchFamily="18" charset="0"/>
                          <a:cs typeface="Times New Roman" panose="02020603050405020304" pitchFamily="18" charset="0"/>
                        </a:rPr>
                        <a:t>2.4 Other(community/environment)</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IN" sz="1800" dirty="0">
                          <a:latin typeface="Times New Roman" panose="02020603050405020304" pitchFamily="18" charset="0"/>
                          <a:cs typeface="Times New Roman" panose="02020603050405020304" pitchFamily="18" charset="0"/>
                        </a:rPr>
                        <a:t>20%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en-IN" sz="180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en-IN"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4277797511"/>
                  </a:ext>
                </a:extLst>
              </a:tr>
              <a:tr h="382088">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IN" sz="1800" dirty="0">
                          <a:latin typeface="Times New Roman" panose="02020603050405020304" pitchFamily="18" charset="0"/>
                          <a:cs typeface="Times New Roman" panose="02020603050405020304" pitchFamily="18" charset="0"/>
                        </a:rPr>
                        <a:t>3</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40000"/>
                        <a:lumOff val="6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IN" sz="1800" dirty="0">
                          <a:latin typeface="Times New Roman" panose="02020603050405020304" pitchFamily="18" charset="0"/>
                          <a:cs typeface="Times New Roman" panose="02020603050405020304" pitchFamily="18" charset="0"/>
                        </a:rPr>
                        <a:t>Resources required</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40000"/>
                        <a:lumOff val="6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IN" sz="1800" dirty="0">
                          <a:latin typeface="Times New Roman" panose="02020603050405020304" pitchFamily="18" charset="0"/>
                          <a:cs typeface="Times New Roman" panose="02020603050405020304" pitchFamily="18" charset="0"/>
                        </a:rPr>
                        <a:t>15%</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40000"/>
                        <a:lumOff val="6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en-IN" sz="180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40000"/>
                        <a:lumOff val="6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en-IN"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901396132"/>
                  </a:ext>
                </a:extLst>
              </a:tr>
              <a:tr h="364317">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IN" sz="1800" dirty="0">
                          <a:latin typeface="Times New Roman" panose="02020603050405020304" pitchFamily="18" charset="0"/>
                          <a:cs typeface="Times New Roman" panose="02020603050405020304" pitchFamily="18" charset="0"/>
                        </a:rPr>
                        <a:t>4</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IN" sz="1800" dirty="0">
                          <a:latin typeface="Times New Roman" panose="02020603050405020304" pitchFamily="18" charset="0"/>
                          <a:cs typeface="Times New Roman" panose="02020603050405020304" pitchFamily="18" charset="0"/>
                        </a:rPr>
                        <a:t>Scope in terms of required returns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IN" sz="1800" dirty="0">
                          <a:latin typeface="Times New Roman" panose="02020603050405020304" pitchFamily="18" charset="0"/>
                          <a:cs typeface="Times New Roman" panose="02020603050405020304" pitchFamily="18" charset="0"/>
                        </a:rPr>
                        <a:t>15%</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en-IN" sz="180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en-IN" sz="180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384396227"/>
                  </a:ext>
                </a:extLst>
              </a:tr>
              <a:tr h="355431">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IN" sz="1800" dirty="0">
                          <a:latin typeface="Times New Roman" panose="02020603050405020304" pitchFamily="18" charset="0"/>
                          <a:cs typeface="Times New Roman" panose="02020603050405020304" pitchFamily="18" charset="0"/>
                        </a:rPr>
                        <a:t>5</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40000"/>
                        <a:lumOff val="6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IN" sz="1800" dirty="0">
                          <a:latin typeface="Times New Roman" panose="02020603050405020304" pitchFamily="18" charset="0"/>
                          <a:cs typeface="Times New Roman" panose="02020603050405020304" pitchFamily="18" charset="0"/>
                        </a:rPr>
                        <a:t>Clarity of deliverables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40000"/>
                        <a:lumOff val="6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IN" sz="1800" dirty="0">
                          <a:latin typeface="Times New Roman" panose="02020603050405020304" pitchFamily="18" charset="0"/>
                          <a:cs typeface="Times New Roman" panose="02020603050405020304" pitchFamily="18" charset="0"/>
                        </a:rPr>
                        <a:t>10%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40000"/>
                        <a:lumOff val="6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en-IN" sz="180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40000"/>
                        <a:lumOff val="6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en-IN"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093594973"/>
                  </a:ext>
                </a:extLst>
              </a:tr>
              <a:tr h="355431">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IN" sz="1800" dirty="0">
                          <a:latin typeface="Times New Roman" panose="02020603050405020304" pitchFamily="18" charset="0"/>
                          <a:cs typeface="Times New Roman" panose="02020603050405020304" pitchFamily="18" charset="0"/>
                        </a:rPr>
                        <a:t>6</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IN" sz="1800" dirty="0">
                          <a:latin typeface="Times New Roman" panose="02020603050405020304" pitchFamily="18" charset="0"/>
                          <a:cs typeface="Times New Roman" panose="02020603050405020304" pitchFamily="18" charset="0"/>
                        </a:rPr>
                        <a:t>Time to complete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IN" sz="1800" dirty="0">
                          <a:latin typeface="Times New Roman" panose="02020603050405020304" pitchFamily="18" charset="0"/>
                          <a:cs typeface="Times New Roman" panose="02020603050405020304" pitchFamily="18" charset="0"/>
                        </a:rPr>
                        <a:t>10%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en-IN" sz="180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en-IN"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286378386"/>
                  </a:ext>
                </a:extLst>
              </a:tr>
              <a:tr h="346545">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IN" sz="1800" dirty="0">
                          <a:latin typeface="Times New Roman" panose="02020603050405020304" pitchFamily="18" charset="0"/>
                          <a:cs typeface="Times New Roman" panose="02020603050405020304" pitchFamily="18" charset="0"/>
                        </a:rPr>
                        <a:t>7</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40000"/>
                        <a:lumOff val="6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IN" sz="1800" dirty="0">
                          <a:latin typeface="Times New Roman" panose="02020603050405020304" pitchFamily="18" charset="0"/>
                          <a:cs typeface="Times New Roman" panose="02020603050405020304" pitchFamily="18" charset="0"/>
                        </a:rPr>
                        <a:t>Team membership requirements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40000"/>
                        <a:lumOff val="6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IN" sz="1800" dirty="0">
                          <a:latin typeface="Times New Roman" panose="02020603050405020304" pitchFamily="18" charset="0"/>
                          <a:cs typeface="Times New Roman" panose="02020603050405020304" pitchFamily="18" charset="0"/>
                        </a:rPr>
                        <a:t>5%</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40000"/>
                        <a:lumOff val="6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en-IN" sz="180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40000"/>
                        <a:lumOff val="6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en-IN"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2343209232"/>
                  </a:ext>
                </a:extLst>
              </a:tr>
              <a:tr h="537313">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en-IN" sz="1800" b="1" dirty="0">
                        <a:latin typeface="Times New Roman" panose="02020603050405020304" pitchFamily="18" charset="0"/>
                        <a:cs typeface="Times New Roman" panose="02020603050405020304" pitchFamily="18"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IN" sz="1800" b="1" dirty="0">
                          <a:latin typeface="Times New Roman" panose="02020603050405020304" pitchFamily="18" charset="0"/>
                          <a:cs typeface="Times New Roman" panose="02020603050405020304" pitchFamily="18" charset="0"/>
                        </a:rPr>
                        <a:t>Total weighted score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IN" sz="1800" b="1" dirty="0">
                          <a:latin typeface="Times New Roman" panose="02020603050405020304" pitchFamily="18" charset="0"/>
                          <a:cs typeface="Times New Roman" panose="02020603050405020304" pitchFamily="18" charset="0"/>
                        </a:rPr>
                        <a:t>100%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en-IN" sz="1800" b="1"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20000"/>
                        <a:lumOff val="80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en-IN" sz="1800" b="1"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861213197"/>
                  </a:ext>
                </a:extLst>
              </a:tr>
            </a:tbl>
          </a:graphicData>
        </a:graphic>
      </p:graphicFrame>
    </p:spTree>
    <p:extLst>
      <p:ext uri="{BB962C8B-B14F-4D97-AF65-F5344CB8AC3E}">
        <p14:creationId xmlns:p14="http://schemas.microsoft.com/office/powerpoint/2010/main" val="17006059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Topic Objectives &amp; Outcome</a:t>
            </a:r>
            <a:endParaRPr lang="en-IN" sz="3600" dirty="0">
              <a:latin typeface="Times New Roman" panose="02020603050405020304" pitchFamily="18" charset="0"/>
              <a:cs typeface="Times New Roman" panose="02020603050405020304" pitchFamily="18" charset="0"/>
            </a:endParaRPr>
          </a:p>
        </p:txBody>
      </p:sp>
      <p:graphicFrame>
        <p:nvGraphicFramePr>
          <p:cNvPr id="2" name="Content Placeholder 1">
            <a:extLst>
              <a:ext uri="{FF2B5EF4-FFF2-40B4-BE49-F238E27FC236}">
                <a16:creationId xmlns:a16="http://schemas.microsoft.com/office/drawing/2014/main" id="{45D8A5E8-39F3-9501-3DA6-9EBDEB7C16C5}"/>
              </a:ext>
            </a:extLst>
          </p:cNvPr>
          <p:cNvGraphicFramePr>
            <a:graphicFrameLocks noGrp="1"/>
          </p:cNvGraphicFramePr>
          <p:nvPr>
            <p:ph idx="1"/>
            <p:extLst>
              <p:ext uri="{D42A27DB-BD31-4B8C-83A1-F6EECF244321}">
                <p14:modId xmlns:p14="http://schemas.microsoft.com/office/powerpoint/2010/main" val="1677488848"/>
              </p:ext>
            </p:extLst>
          </p:nvPr>
        </p:nvGraphicFramePr>
        <p:xfrm>
          <a:off x="159737" y="2100363"/>
          <a:ext cx="11728449" cy="1193800"/>
        </p:xfrm>
        <a:graphic>
          <a:graphicData uri="http://schemas.openxmlformats.org/drawingml/2006/table">
            <a:tbl>
              <a:tblPr firstRow="1" bandRow="1">
                <a:tableStyleId>{21E4AEA4-8DFA-4A89-87EB-49C32662AFE0}</a:tableStyleId>
              </a:tblPr>
              <a:tblGrid>
                <a:gridCol w="1207050">
                  <a:extLst>
                    <a:ext uri="{9D8B030D-6E8A-4147-A177-3AD203B41FA5}">
                      <a16:colId xmlns:a16="http://schemas.microsoft.com/office/drawing/2014/main" val="302132799"/>
                    </a:ext>
                  </a:extLst>
                </a:gridCol>
                <a:gridCol w="6611916">
                  <a:extLst>
                    <a:ext uri="{9D8B030D-6E8A-4147-A177-3AD203B41FA5}">
                      <a16:colId xmlns:a16="http://schemas.microsoft.com/office/drawing/2014/main" val="269547605"/>
                    </a:ext>
                  </a:extLst>
                </a:gridCol>
                <a:gridCol w="3909483">
                  <a:extLst>
                    <a:ext uri="{9D8B030D-6E8A-4147-A177-3AD203B41FA5}">
                      <a16:colId xmlns:a16="http://schemas.microsoft.com/office/drawing/2014/main" val="4143155513"/>
                    </a:ext>
                  </a:extLst>
                </a:gridCol>
              </a:tblGrid>
              <a:tr h="370840">
                <a:tc>
                  <a:txBody>
                    <a:bodyPr/>
                    <a:lstStyle/>
                    <a:p>
                      <a:r>
                        <a:rPr lang="en-IN" dirty="0"/>
                        <a:t>s.no.</a:t>
                      </a:r>
                    </a:p>
                  </a:txBody>
                  <a:tcPr/>
                </a:tc>
                <a:tc>
                  <a:txBody>
                    <a:bodyPr/>
                    <a:lstStyle/>
                    <a:p>
                      <a:r>
                        <a:rPr lang="en-IN" dirty="0"/>
                        <a:t>topic</a:t>
                      </a:r>
                    </a:p>
                  </a:txBody>
                  <a:tcPr/>
                </a:tc>
                <a:tc>
                  <a:txBody>
                    <a:bodyPr/>
                    <a:lstStyle/>
                    <a:p>
                      <a:r>
                        <a:rPr lang="en-IN" dirty="0"/>
                        <a:t>outcomes</a:t>
                      </a:r>
                    </a:p>
                  </a:txBody>
                  <a:tcPr/>
                </a:tc>
                <a:extLst>
                  <a:ext uri="{0D108BD9-81ED-4DB2-BD59-A6C34878D82A}">
                    <a16:rowId xmlns:a16="http://schemas.microsoft.com/office/drawing/2014/main" val="2362055284"/>
                  </a:ext>
                </a:extLst>
              </a:tr>
              <a:tr h="370840">
                <a:tc>
                  <a:txBody>
                    <a:bodyPr/>
                    <a:lstStyle/>
                    <a:p>
                      <a:r>
                        <a:rPr lang="en-IN"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To understand conducting the Market &amp; Demand Analysis Techniques:</a:t>
                      </a:r>
                      <a:r>
                        <a:rPr lang="en-US" sz="1800" dirty="0">
                          <a:latin typeface="Times New Roman" panose="02020603050405020304" pitchFamily="18" charset="0"/>
                          <a:cs typeface="Times New Roman" panose="02020603050405020304" pitchFamily="18" charset="0"/>
                        </a:rPr>
                        <a:t> </a:t>
                      </a:r>
                    </a:p>
                  </a:txBody>
                  <a:tcPr/>
                </a:tc>
                <a:tc>
                  <a:txBody>
                    <a:bodyPr/>
                    <a:lstStyle/>
                    <a:p>
                      <a:r>
                        <a:rPr lang="en-IN" dirty="0"/>
                        <a:t>CO2</a:t>
                      </a:r>
                    </a:p>
                  </a:txBody>
                  <a:tcPr/>
                </a:tc>
                <a:extLst>
                  <a:ext uri="{0D108BD9-81ED-4DB2-BD59-A6C34878D82A}">
                    <a16:rowId xmlns:a16="http://schemas.microsoft.com/office/drawing/2014/main" val="4245947266"/>
                  </a:ext>
                </a:extLst>
              </a:tr>
            </a:tbl>
          </a:graphicData>
        </a:graphic>
      </p:graphicFrame>
    </p:spTree>
    <p:extLst>
      <p:ext uri="{BB962C8B-B14F-4D97-AF65-F5344CB8AC3E}">
        <p14:creationId xmlns:p14="http://schemas.microsoft.com/office/powerpoint/2010/main" val="17710369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Market &amp; Demand Analysis </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p:txBody>
          <a:bodyPr>
            <a:normAutofit/>
          </a:bodyPr>
          <a:lstStyle/>
          <a:p>
            <a:pPr algn="just">
              <a:buNone/>
            </a:pPr>
            <a:r>
              <a:rPr lang="en-US" sz="2400" dirty="0"/>
              <a:t>Market &amp; Demand analysis is concerned with two broad issues:</a:t>
            </a:r>
          </a:p>
          <a:p>
            <a:pPr algn="just">
              <a:buNone/>
            </a:pPr>
            <a:r>
              <a:rPr lang="en-US" sz="2400" dirty="0"/>
              <a:t>	</a:t>
            </a:r>
          </a:p>
          <a:p>
            <a:pPr marL="514350" indent="-514350">
              <a:buFont typeface="+mj-lt"/>
              <a:buAutoNum type="arabicPeriod"/>
            </a:pPr>
            <a:r>
              <a:rPr lang="en-US" sz="2400" dirty="0"/>
              <a:t>What is the likely aggregate demand for the product?</a:t>
            </a:r>
          </a:p>
          <a:p>
            <a:pPr marL="514350" indent="-514350">
              <a:buFont typeface="+mj-lt"/>
              <a:buAutoNum type="arabicPeriod"/>
            </a:pPr>
            <a:r>
              <a:rPr lang="en-US" sz="2400" dirty="0"/>
              <a:t>What share of the market will the proposed project enjoy?</a:t>
            </a:r>
          </a:p>
          <a:p>
            <a:pPr mar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41333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Factors, that answer &gt;</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a:xfrm>
            <a:off x="356135" y="1366787"/>
            <a:ext cx="11636943" cy="4456497"/>
          </a:xfrm>
        </p:spPr>
        <p:txBody>
          <a:bodyPr>
            <a:noAutofit/>
          </a:bodyPr>
          <a:lstStyle/>
          <a:p>
            <a:r>
              <a:rPr lang="en-US" sz="2400" dirty="0">
                <a:latin typeface="Times New Roman" panose="02020603050405020304" pitchFamily="18" charset="0"/>
                <a:cs typeface="Times New Roman" panose="02020603050405020304" pitchFamily="18" charset="0"/>
              </a:rPr>
              <a:t>Patterns of consumption </a:t>
            </a:r>
          </a:p>
          <a:p>
            <a:r>
              <a:rPr lang="en-US" sz="2400" dirty="0">
                <a:latin typeface="Times New Roman" panose="02020603050405020304" pitchFamily="18" charset="0"/>
                <a:cs typeface="Times New Roman" panose="02020603050405020304" pitchFamily="18" charset="0"/>
              </a:rPr>
              <a:t>Income &amp; Price elasticity of demand</a:t>
            </a:r>
          </a:p>
          <a:p>
            <a:r>
              <a:rPr lang="en-US" sz="2400" dirty="0">
                <a:latin typeface="Times New Roman" panose="02020603050405020304" pitchFamily="18" charset="0"/>
                <a:cs typeface="Times New Roman" panose="02020603050405020304" pitchFamily="18" charset="0"/>
              </a:rPr>
              <a:t>Composition of market</a:t>
            </a:r>
          </a:p>
          <a:p>
            <a:r>
              <a:rPr lang="en-US" sz="2400" dirty="0">
                <a:latin typeface="Times New Roman" panose="02020603050405020304" pitchFamily="18" charset="0"/>
                <a:cs typeface="Times New Roman" panose="02020603050405020304" pitchFamily="18" charset="0"/>
              </a:rPr>
              <a:t>Nature of competition</a:t>
            </a:r>
          </a:p>
          <a:p>
            <a:r>
              <a:rPr lang="en-US" sz="2400" dirty="0">
                <a:latin typeface="Times New Roman" panose="02020603050405020304" pitchFamily="18" charset="0"/>
                <a:cs typeface="Times New Roman" panose="02020603050405020304" pitchFamily="18" charset="0"/>
              </a:rPr>
              <a:t>Availability of substitutes</a:t>
            </a:r>
          </a:p>
          <a:p>
            <a:r>
              <a:rPr lang="en-US" sz="2400" dirty="0">
                <a:latin typeface="Times New Roman" panose="02020603050405020304" pitchFamily="18" charset="0"/>
                <a:cs typeface="Times New Roman" panose="02020603050405020304" pitchFamily="18" charset="0"/>
              </a:rPr>
              <a:t>Reach of distribution channel</a:t>
            </a:r>
          </a:p>
          <a:p>
            <a:pPr mar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218989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Collection of Secondary Information</a:t>
            </a:r>
            <a:endParaRPr lang="en-IN" sz="3600" dirty="0">
              <a:solidFill>
                <a:srgbClr val="C00000"/>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Census of India</a:t>
            </a:r>
          </a:p>
          <a:p>
            <a:r>
              <a:rPr lang="en-US" sz="2400" dirty="0">
                <a:latin typeface="Times New Roman" panose="02020603050405020304" pitchFamily="18" charset="0"/>
                <a:cs typeface="Times New Roman" panose="02020603050405020304" pitchFamily="18" charset="0"/>
              </a:rPr>
              <a:t>National Sample Survey Report</a:t>
            </a:r>
          </a:p>
          <a:p>
            <a:r>
              <a:rPr lang="en-US" sz="2400" dirty="0">
                <a:latin typeface="Times New Roman" panose="02020603050405020304" pitchFamily="18" charset="0"/>
                <a:cs typeface="Times New Roman" panose="02020603050405020304" pitchFamily="18" charset="0"/>
              </a:rPr>
              <a:t>Plan Reports</a:t>
            </a:r>
          </a:p>
          <a:p>
            <a:r>
              <a:rPr lang="en-US" sz="2400" dirty="0">
                <a:latin typeface="Times New Roman" panose="02020603050405020304" pitchFamily="18" charset="0"/>
                <a:cs typeface="Times New Roman" panose="02020603050405020304" pitchFamily="18" charset="0"/>
              </a:rPr>
              <a:t>Statistical Abstracts of Indian Union</a:t>
            </a:r>
          </a:p>
          <a:p>
            <a:r>
              <a:rPr lang="en-US" sz="2400" dirty="0">
                <a:latin typeface="Times New Roman" panose="02020603050405020304" pitchFamily="18" charset="0"/>
                <a:cs typeface="Times New Roman" panose="02020603050405020304" pitchFamily="18" charset="0"/>
              </a:rPr>
              <a:t>India Year Book (Ministry of Info &amp; Broad )</a:t>
            </a:r>
          </a:p>
          <a:p>
            <a:r>
              <a:rPr lang="en-US" sz="2400" dirty="0">
                <a:latin typeface="Times New Roman" panose="02020603050405020304" pitchFamily="18" charset="0"/>
                <a:cs typeface="Times New Roman" panose="02020603050405020304" pitchFamily="18" charset="0"/>
              </a:rPr>
              <a:t>Statistical Year Book (United Nations)</a:t>
            </a:r>
          </a:p>
          <a:p>
            <a:r>
              <a:rPr lang="en-US" sz="2400" dirty="0">
                <a:latin typeface="Times New Roman" panose="02020603050405020304" pitchFamily="18" charset="0"/>
                <a:cs typeface="Times New Roman" panose="02020603050405020304" pitchFamily="18" charset="0"/>
              </a:rPr>
              <a:t>Economic Survey (Ministry of Finance)</a:t>
            </a:r>
          </a:p>
          <a:p>
            <a:r>
              <a:rPr lang="en-US" sz="2400" dirty="0">
                <a:latin typeface="Times New Roman" panose="02020603050405020304" pitchFamily="18" charset="0"/>
                <a:cs typeface="Times New Roman" panose="02020603050405020304" pitchFamily="18" charset="0"/>
              </a:rPr>
              <a:t>Guidelines to Industries (Min of Industrial Dev)</a:t>
            </a:r>
          </a:p>
          <a:p>
            <a:r>
              <a:rPr lang="en-US" sz="2400" dirty="0">
                <a:latin typeface="Times New Roman" panose="02020603050405020304" pitchFamily="18" charset="0"/>
                <a:cs typeface="Times New Roman" panose="02020603050405020304" pitchFamily="18" charset="0"/>
              </a:rPr>
              <a:t>Annual Survey of Industries (CSO)</a:t>
            </a:r>
          </a:p>
          <a:p>
            <a:pPr mar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812387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Conduct of Survey</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Define the Target Population</a:t>
            </a:r>
          </a:p>
          <a:p>
            <a:r>
              <a:rPr lang="en-US" sz="2400" dirty="0">
                <a:latin typeface="Times New Roman" panose="02020603050405020304" pitchFamily="18" charset="0"/>
                <a:cs typeface="Times New Roman" panose="02020603050405020304" pitchFamily="18" charset="0"/>
              </a:rPr>
              <a:t>Select the Sample &amp; Sampling Technique</a:t>
            </a:r>
          </a:p>
          <a:p>
            <a:r>
              <a:rPr lang="en-US" sz="2400" dirty="0">
                <a:latin typeface="Times New Roman" panose="02020603050405020304" pitchFamily="18" charset="0"/>
                <a:cs typeface="Times New Roman" panose="02020603050405020304" pitchFamily="18" charset="0"/>
              </a:rPr>
              <a:t>Develop the Questionnaire</a:t>
            </a:r>
          </a:p>
          <a:p>
            <a:r>
              <a:rPr lang="en-US" sz="2400" dirty="0">
                <a:latin typeface="Times New Roman" panose="02020603050405020304" pitchFamily="18" charset="0"/>
                <a:cs typeface="Times New Roman" panose="02020603050405020304" pitchFamily="18" charset="0"/>
              </a:rPr>
              <a:t>Recruit &amp; Train the Field Advisors</a:t>
            </a:r>
          </a:p>
          <a:p>
            <a:r>
              <a:rPr lang="en-US" sz="2400" dirty="0">
                <a:latin typeface="Times New Roman" panose="02020603050405020304" pitchFamily="18" charset="0"/>
                <a:cs typeface="Times New Roman" panose="02020603050405020304" pitchFamily="18" charset="0"/>
              </a:rPr>
              <a:t>Obtain Information as Per Questionnaire</a:t>
            </a:r>
          </a:p>
          <a:p>
            <a:r>
              <a:rPr lang="en-US" sz="2400" dirty="0">
                <a:latin typeface="Times New Roman" panose="02020603050405020304" pitchFamily="18" charset="0"/>
                <a:cs typeface="Times New Roman" panose="02020603050405020304" pitchFamily="18" charset="0"/>
              </a:rPr>
              <a:t>Scrutinize the Information Gathered</a:t>
            </a:r>
          </a:p>
          <a:p>
            <a:r>
              <a:rPr lang="en-US" sz="2400" dirty="0">
                <a:latin typeface="Times New Roman" panose="02020603050405020304" pitchFamily="18" charset="0"/>
                <a:cs typeface="Times New Roman" panose="02020603050405020304" pitchFamily="18" charset="0"/>
              </a:rPr>
              <a:t>Analyze &amp; Interpret the Information</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65077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Characterization of Market</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         Effective demand in the past &amp; present</a:t>
            </a:r>
          </a:p>
          <a:p>
            <a:r>
              <a:rPr lang="en-US" sz="2400" dirty="0">
                <a:latin typeface="Times New Roman" panose="02020603050405020304" pitchFamily="18" charset="0"/>
                <a:cs typeface="Times New Roman" panose="02020603050405020304" pitchFamily="18" charset="0"/>
              </a:rPr>
              <a:t>	Breakdown of demand</a:t>
            </a:r>
          </a:p>
          <a:p>
            <a:r>
              <a:rPr lang="en-US" sz="2400" dirty="0">
                <a:latin typeface="Times New Roman" panose="02020603050405020304" pitchFamily="18" charset="0"/>
                <a:cs typeface="Times New Roman" panose="02020603050405020304" pitchFamily="18" charset="0"/>
              </a:rPr>
              <a:t>	Price</a:t>
            </a:r>
          </a:p>
          <a:p>
            <a:r>
              <a:rPr lang="en-US" sz="2400" dirty="0">
                <a:latin typeface="Times New Roman" panose="02020603050405020304" pitchFamily="18" charset="0"/>
                <a:cs typeface="Times New Roman" panose="02020603050405020304" pitchFamily="18" charset="0"/>
              </a:rPr>
              <a:t>	Methods of distribution &amp; sales promotion</a:t>
            </a:r>
          </a:p>
          <a:p>
            <a:r>
              <a:rPr lang="en-US" sz="2400" dirty="0">
                <a:latin typeface="Times New Roman" panose="02020603050405020304" pitchFamily="18" charset="0"/>
                <a:cs typeface="Times New Roman" panose="02020603050405020304" pitchFamily="18" charset="0"/>
              </a:rPr>
              <a:t>	Consumers</a:t>
            </a:r>
          </a:p>
          <a:p>
            <a:r>
              <a:rPr lang="en-US" sz="2400" dirty="0">
                <a:latin typeface="Times New Roman" panose="02020603050405020304" pitchFamily="18" charset="0"/>
                <a:cs typeface="Times New Roman" panose="02020603050405020304" pitchFamily="18" charset="0"/>
              </a:rPr>
              <a:t>	Supply &amp; competition</a:t>
            </a:r>
          </a:p>
          <a:p>
            <a:r>
              <a:rPr lang="en-US" sz="2400" dirty="0">
                <a:latin typeface="Times New Roman" panose="02020603050405020304" pitchFamily="18" charset="0"/>
                <a:cs typeface="Times New Roman" panose="02020603050405020304" pitchFamily="18" charset="0"/>
              </a:rPr>
              <a:t>	Government Policy</a:t>
            </a:r>
          </a:p>
          <a:p>
            <a:pPr mar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152123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Marketing Strategy</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	Target Segment</a:t>
            </a:r>
          </a:p>
          <a:p>
            <a:r>
              <a:rPr lang="en-US" sz="2400" dirty="0">
                <a:latin typeface="Times New Roman" panose="02020603050405020304" pitchFamily="18" charset="0"/>
                <a:cs typeface="Times New Roman" panose="02020603050405020304" pitchFamily="18" charset="0"/>
              </a:rPr>
              <a:t>	Positioning</a:t>
            </a:r>
          </a:p>
          <a:p>
            <a:r>
              <a:rPr lang="en-US" sz="2400" dirty="0">
                <a:latin typeface="Times New Roman" panose="02020603050405020304" pitchFamily="18" charset="0"/>
                <a:cs typeface="Times New Roman" panose="02020603050405020304" pitchFamily="18" charset="0"/>
              </a:rPr>
              <a:t>	Product Line</a:t>
            </a:r>
          </a:p>
          <a:p>
            <a:r>
              <a:rPr lang="en-US" sz="2400" dirty="0">
                <a:latin typeface="Times New Roman" panose="02020603050405020304" pitchFamily="18" charset="0"/>
                <a:cs typeface="Times New Roman" panose="02020603050405020304" pitchFamily="18" charset="0"/>
              </a:rPr>
              <a:t>	Price</a:t>
            </a:r>
          </a:p>
          <a:p>
            <a:r>
              <a:rPr lang="en-US" sz="2400" dirty="0">
                <a:latin typeface="Times New Roman" panose="02020603050405020304" pitchFamily="18" charset="0"/>
                <a:cs typeface="Times New Roman" panose="02020603050405020304" pitchFamily="18" charset="0"/>
              </a:rPr>
              <a:t>	Distribution</a:t>
            </a:r>
          </a:p>
          <a:p>
            <a:r>
              <a:rPr lang="en-US" sz="2400" dirty="0">
                <a:latin typeface="Times New Roman" panose="02020603050405020304" pitchFamily="18" charset="0"/>
                <a:cs typeface="Times New Roman" panose="02020603050405020304" pitchFamily="18" charset="0"/>
              </a:rPr>
              <a:t>	Sales Force</a:t>
            </a:r>
          </a:p>
          <a:p>
            <a:r>
              <a:rPr lang="en-US" sz="2400" dirty="0">
                <a:latin typeface="Times New Roman" panose="02020603050405020304" pitchFamily="18" charset="0"/>
                <a:cs typeface="Times New Roman" panose="02020603050405020304" pitchFamily="18" charset="0"/>
              </a:rPr>
              <a:t>	Sales Promotion</a:t>
            </a:r>
          </a:p>
          <a:p>
            <a:r>
              <a:rPr lang="en-US" sz="2400" dirty="0">
                <a:latin typeface="Times New Roman" panose="02020603050405020304" pitchFamily="18" charset="0"/>
                <a:cs typeface="Times New Roman" panose="02020603050405020304" pitchFamily="18" charset="0"/>
              </a:rPr>
              <a:t>	Advertising</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977877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Demand Forecasting</a:t>
            </a:r>
          </a:p>
        </p:txBody>
      </p:sp>
      <p:graphicFrame>
        <p:nvGraphicFramePr>
          <p:cNvPr id="2" name="Content Placeholder 1">
            <a:extLst>
              <a:ext uri="{FF2B5EF4-FFF2-40B4-BE49-F238E27FC236}">
                <a16:creationId xmlns:a16="http://schemas.microsoft.com/office/drawing/2014/main" id="{77F53FF3-11B2-2A56-AD92-A5ACAEDA2E06}"/>
              </a:ext>
            </a:extLst>
          </p:cNvPr>
          <p:cNvGraphicFramePr>
            <a:graphicFrameLocks noGrp="1"/>
          </p:cNvGraphicFramePr>
          <p:nvPr>
            <p:ph idx="1"/>
            <p:extLst>
              <p:ext uri="{D42A27DB-BD31-4B8C-83A1-F6EECF244321}">
                <p14:modId xmlns:p14="http://schemas.microsoft.com/office/powerpoint/2010/main" val="1315590389"/>
              </p:ext>
            </p:extLst>
          </p:nvPr>
        </p:nvGraphicFramePr>
        <p:xfrm>
          <a:off x="217715" y="1175661"/>
          <a:ext cx="11727542" cy="50013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993756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Jury of Executive Opinion Method</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p:txBody>
          <a:bodyPr>
            <a:normAutofit/>
          </a:bodyPr>
          <a:lstStyle/>
          <a:p>
            <a:pPr lvl="1" algn="just">
              <a:buNone/>
            </a:pPr>
            <a:r>
              <a:rPr lang="en-US" sz="2400" dirty="0">
                <a:latin typeface="Times New Roman" panose="02020603050405020304" pitchFamily="18" charset="0"/>
                <a:cs typeface="Times New Roman" panose="02020603050405020304" pitchFamily="18" charset="0"/>
              </a:rPr>
              <a:t>Involves soliciting the opinions of a group of managers on expected future sales and combining them into a sales estimate.</a:t>
            </a:r>
          </a:p>
          <a:p>
            <a:pPr lvl="1">
              <a:buNone/>
            </a:pPr>
            <a:endParaRPr lang="en-US" sz="2400" b="1" dirty="0">
              <a:latin typeface="Times New Roman" panose="02020603050405020304" pitchFamily="18" charset="0"/>
              <a:cs typeface="Times New Roman" panose="02020603050405020304" pitchFamily="18" charset="0"/>
            </a:endParaRPr>
          </a:p>
          <a:p>
            <a:pPr lvl="1">
              <a:buNone/>
            </a:pPr>
            <a:r>
              <a:rPr lang="en-US" sz="2400" b="1" dirty="0">
                <a:latin typeface="Times New Roman" panose="02020603050405020304" pitchFamily="18" charset="0"/>
                <a:cs typeface="Times New Roman" panose="02020603050405020304" pitchFamily="18" charset="0"/>
              </a:rPr>
              <a:t>	Advantages:</a:t>
            </a:r>
          </a:p>
          <a:p>
            <a:pPr lvl="1">
              <a:buFont typeface="Arial" pitchFamily="34" charset="0"/>
              <a:buChar char="•"/>
            </a:pP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Expeditious</a:t>
            </a:r>
          </a:p>
          <a:p>
            <a:pPr lvl="1">
              <a:buFont typeface="Arial" pitchFamily="34" charset="0"/>
              <a:buChar char="•"/>
            </a:pPr>
            <a:r>
              <a:rPr lang="en-US" sz="2400" dirty="0">
                <a:latin typeface="Times New Roman" panose="02020603050405020304" pitchFamily="18" charset="0"/>
                <a:cs typeface="Times New Roman" panose="02020603050405020304" pitchFamily="18" charset="0"/>
              </a:rPr>
              <a:t>	Variety of factors involved</a:t>
            </a:r>
          </a:p>
          <a:p>
            <a:pPr lvl="1">
              <a:buFont typeface="Arial" pitchFamily="34" charset="0"/>
              <a:buChar char="•"/>
            </a:pPr>
            <a:r>
              <a:rPr lang="en-US" sz="2400" dirty="0">
                <a:latin typeface="Times New Roman" panose="02020603050405020304" pitchFamily="18" charset="0"/>
                <a:cs typeface="Times New Roman" panose="02020603050405020304" pitchFamily="18" charset="0"/>
              </a:rPr>
              <a:t>	Immense appeal to managers who tend to prefer their judgment</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296721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Delphi Method</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p:txBody>
          <a:bodyPr>
            <a:normAutofit/>
          </a:bodyPr>
          <a:lstStyle/>
          <a:p>
            <a:pPr lvl="1" algn="just">
              <a:buNone/>
            </a:pPr>
            <a:r>
              <a:rPr lang="en-US" sz="2400" dirty="0">
                <a:latin typeface="Times New Roman" panose="02020603050405020304" pitchFamily="18" charset="0"/>
                <a:cs typeface="Times New Roman" panose="02020603050405020304" pitchFamily="18" charset="0"/>
              </a:rPr>
              <a:t>Used for eliciting the opinions of a group of experts with the help of a mail survey.</a:t>
            </a:r>
          </a:p>
          <a:p>
            <a:pPr lvl="1" algn="just">
              <a:buNone/>
            </a:pPr>
            <a:endParaRPr lang="en-US" sz="2400" dirty="0">
              <a:latin typeface="Times New Roman" panose="02020603050405020304" pitchFamily="18" charset="0"/>
              <a:cs typeface="Times New Roman" panose="02020603050405020304" pitchFamily="18" charset="0"/>
            </a:endParaRPr>
          </a:p>
          <a:p>
            <a:pPr lvl="1" algn="just">
              <a:buFont typeface="Arial" pitchFamily="34" charset="0"/>
              <a:buChar char="•"/>
            </a:pPr>
            <a:r>
              <a:rPr lang="en-US" sz="2400" dirty="0">
                <a:latin typeface="Times New Roman" panose="02020603050405020304" pitchFamily="18" charset="0"/>
                <a:cs typeface="Times New Roman" panose="02020603050405020304" pitchFamily="18" charset="0"/>
              </a:rPr>
              <a:t>Experts are send the questionnaire by mail &amp; asked to express their views</a:t>
            </a:r>
          </a:p>
          <a:p>
            <a:pPr lvl="1" algn="just">
              <a:buFont typeface="Arial" pitchFamily="34" charset="0"/>
              <a:buChar char="•"/>
            </a:pPr>
            <a:r>
              <a:rPr lang="en-US" sz="2400" dirty="0">
                <a:latin typeface="Times New Roman" panose="02020603050405020304" pitchFamily="18" charset="0"/>
                <a:cs typeface="Times New Roman" panose="02020603050405020304" pitchFamily="18" charset="0"/>
              </a:rPr>
              <a:t>Responses are summarized without disclosing identity, in case of extreme view, further reasons are asked in second round</a:t>
            </a:r>
          </a:p>
          <a:p>
            <a:pPr lvl="1" algn="just">
              <a:buFont typeface="Arial" pitchFamily="34" charset="0"/>
              <a:buChar char="•"/>
            </a:pPr>
            <a:r>
              <a:rPr lang="en-US" sz="2400" dirty="0">
                <a:latin typeface="Times New Roman" panose="02020603050405020304" pitchFamily="18" charset="0"/>
                <a:cs typeface="Times New Roman" panose="02020603050405020304" pitchFamily="18" charset="0"/>
              </a:rPr>
              <a:t>Continued for one or more round till a reasonable agreement emerges in the view of the experts </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135847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Demand Forecasting</a:t>
            </a:r>
          </a:p>
        </p:txBody>
      </p:sp>
      <p:graphicFrame>
        <p:nvGraphicFramePr>
          <p:cNvPr id="2" name="Content Placeholder 1">
            <a:extLst>
              <a:ext uri="{FF2B5EF4-FFF2-40B4-BE49-F238E27FC236}">
                <a16:creationId xmlns:a16="http://schemas.microsoft.com/office/drawing/2014/main" id="{77F53FF3-11B2-2A56-AD92-A5ACAEDA2E06}"/>
              </a:ext>
            </a:extLst>
          </p:cNvPr>
          <p:cNvGraphicFramePr>
            <a:graphicFrameLocks noGrp="1"/>
          </p:cNvGraphicFramePr>
          <p:nvPr>
            <p:ph idx="1"/>
            <p:extLst>
              <p:ext uri="{D42A27DB-BD31-4B8C-83A1-F6EECF244321}">
                <p14:modId xmlns:p14="http://schemas.microsoft.com/office/powerpoint/2010/main" val="2572293052"/>
              </p:ext>
            </p:extLst>
          </p:nvPr>
        </p:nvGraphicFramePr>
        <p:xfrm>
          <a:off x="217715" y="1175661"/>
          <a:ext cx="11727542" cy="50013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4134517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Trend projection method</a:t>
            </a:r>
          </a:p>
        </p:txBody>
      </p:sp>
      <p:sp>
        <p:nvSpPr>
          <p:cNvPr id="2" name="Content Placeholder 8">
            <a:extLst>
              <a:ext uri="{FF2B5EF4-FFF2-40B4-BE49-F238E27FC236}">
                <a16:creationId xmlns:a16="http://schemas.microsoft.com/office/drawing/2014/main" id="{9CA2EC21-998E-107D-EAE0-C3F277DD4590}"/>
              </a:ext>
            </a:extLst>
          </p:cNvPr>
          <p:cNvSpPr>
            <a:spLocks noGrp="1"/>
          </p:cNvSpPr>
          <p:nvPr>
            <p:ph idx="1"/>
          </p:nvPr>
        </p:nvSpPr>
        <p:spPr>
          <a:xfrm>
            <a:off x="217488" y="1176338"/>
            <a:ext cx="11728450" cy="5000625"/>
          </a:xfrm>
        </p:spPr>
        <p:txBody>
          <a:bodyPr>
            <a:normAutofit/>
          </a:bodyPr>
          <a:lstStyle/>
          <a:p>
            <a:pPr lvl="1">
              <a:buNone/>
            </a:pPr>
            <a:r>
              <a:rPr lang="en-US" dirty="0">
                <a:latin typeface="Times New Roman" panose="02020603050405020304" pitchFamily="18" charset="0"/>
                <a:cs typeface="Times New Roman" panose="02020603050405020304" pitchFamily="18" charset="0"/>
              </a:rPr>
              <a:t>Involves</a:t>
            </a:r>
          </a:p>
          <a:p>
            <a:pPr lvl="1">
              <a:buFont typeface="Arial" pitchFamily="34" charset="0"/>
              <a:buChar char="•"/>
            </a:pPr>
            <a:r>
              <a:rPr lang="en-US" dirty="0">
                <a:latin typeface="Times New Roman" panose="02020603050405020304" pitchFamily="18" charset="0"/>
                <a:cs typeface="Times New Roman" panose="02020603050405020304" pitchFamily="18" charset="0"/>
              </a:rPr>
              <a:t>Determining the trend of consumption by analyzing past consumption statistics</a:t>
            </a:r>
          </a:p>
          <a:p>
            <a:pPr lvl="1">
              <a:buFont typeface="Arial" pitchFamily="34" charset="0"/>
              <a:buChar char="•"/>
            </a:pPr>
            <a:r>
              <a:rPr lang="en-US" dirty="0">
                <a:latin typeface="Times New Roman" panose="02020603050405020304" pitchFamily="18" charset="0"/>
                <a:cs typeface="Times New Roman" panose="02020603050405020304" pitchFamily="18" charset="0"/>
              </a:rPr>
              <a:t>Projecting future trends by extrapolating the trends</a:t>
            </a:r>
          </a:p>
          <a:p>
            <a:pPr lvl="1">
              <a:buNone/>
            </a:pPr>
            <a:endParaRPr lang="en-US" dirty="0">
              <a:latin typeface="Times New Roman" panose="02020603050405020304" pitchFamily="18" charset="0"/>
              <a:cs typeface="Times New Roman" panose="02020603050405020304" pitchFamily="18" charset="0"/>
            </a:endParaRPr>
          </a:p>
          <a:p>
            <a:pPr lvl="1">
              <a:buNone/>
            </a:pPr>
            <a:r>
              <a:rPr lang="en-US" dirty="0">
                <a:latin typeface="Times New Roman" panose="02020603050405020304" pitchFamily="18" charset="0"/>
                <a:cs typeface="Times New Roman" panose="02020603050405020304" pitchFamily="18" charset="0"/>
              </a:rPr>
              <a:t>The linear relationship is used to find out the projected demand</a:t>
            </a:r>
          </a:p>
          <a:p>
            <a:pPr lvl="1">
              <a:buNone/>
            </a:pPr>
            <a:r>
              <a:rPr lang="en-US"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Yt</a:t>
            </a:r>
            <a:r>
              <a:rPr lang="en-US" b="1" dirty="0">
                <a:latin typeface="Times New Roman" panose="02020603050405020304" pitchFamily="18" charset="0"/>
                <a:cs typeface="Times New Roman" panose="02020603050405020304" pitchFamily="18" charset="0"/>
              </a:rPr>
              <a:t> = a + </a:t>
            </a:r>
            <a:r>
              <a:rPr lang="en-US" b="1" dirty="0" err="1">
                <a:latin typeface="Times New Roman" panose="02020603050405020304" pitchFamily="18" charset="0"/>
                <a:cs typeface="Times New Roman" panose="02020603050405020304" pitchFamily="18" charset="0"/>
              </a:rPr>
              <a:t>bt</a:t>
            </a:r>
            <a:endParaRPr lang="en-US" b="1"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611229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Moving Average Method</a:t>
            </a:r>
            <a:endParaRPr lang="en-IN" sz="3600" dirty="0">
              <a:latin typeface="Times New Roman" panose="02020603050405020304" pitchFamily="18" charset="0"/>
              <a:cs typeface="Times New Roman" panose="02020603050405020304" pitchFamily="18" charset="0"/>
            </a:endParaRPr>
          </a:p>
        </p:txBody>
      </p:sp>
      <p:sp>
        <p:nvSpPr>
          <p:cNvPr id="2" name="Content Placeholder 8">
            <a:extLst>
              <a:ext uri="{FF2B5EF4-FFF2-40B4-BE49-F238E27FC236}">
                <a16:creationId xmlns:a16="http://schemas.microsoft.com/office/drawing/2014/main" id="{6DB19E50-8887-5FB0-CFC5-20C2A528CF81}"/>
              </a:ext>
            </a:extLst>
          </p:cNvPr>
          <p:cNvSpPr>
            <a:spLocks noGrp="1"/>
          </p:cNvSpPr>
          <p:nvPr>
            <p:ph idx="1"/>
          </p:nvPr>
        </p:nvSpPr>
        <p:spPr>
          <a:xfrm>
            <a:off x="217488" y="1176338"/>
            <a:ext cx="11728450" cy="5000625"/>
          </a:xfrm>
        </p:spPr>
        <p:txBody>
          <a:bodyPr>
            <a:normAutofit/>
          </a:bodyPr>
          <a:lstStyle/>
          <a:p>
            <a:pPr lvl="1" algn="just">
              <a:buNone/>
            </a:pPr>
            <a:r>
              <a:rPr lang="en-US" dirty="0">
                <a:latin typeface="Times New Roman" panose="02020603050405020304" pitchFamily="18" charset="0"/>
                <a:cs typeface="Times New Roman" panose="02020603050405020304" pitchFamily="18" charset="0"/>
              </a:rPr>
              <a:t>	The forecast for the next period is equal to the average of sales for several preceding periods</a:t>
            </a:r>
          </a:p>
          <a:p>
            <a:pPr lvl="1" algn="just">
              <a:buNone/>
            </a:pPr>
            <a:r>
              <a:rPr lang="en-US" dirty="0">
                <a:latin typeface="Times New Roman" panose="02020603050405020304" pitchFamily="18" charset="0"/>
                <a:cs typeface="Times New Roman" panose="02020603050405020304" pitchFamily="18" charset="0"/>
              </a:rPr>
              <a:t>		</a:t>
            </a:r>
          </a:p>
          <a:p>
            <a:pPr lvl="1" algn="just">
              <a:buNone/>
            </a:pPr>
            <a:r>
              <a:rPr lang="en-US" b="1" dirty="0">
                <a:latin typeface="Times New Roman" panose="02020603050405020304" pitchFamily="18" charset="0"/>
                <a:cs typeface="Times New Roman" panose="02020603050405020304" pitchFamily="18" charset="0"/>
              </a:rPr>
              <a:t>F</a:t>
            </a:r>
            <a:r>
              <a:rPr lang="en-US" b="1" baseline="-25000" dirty="0">
                <a:latin typeface="Times New Roman" panose="02020603050405020304" pitchFamily="18" charset="0"/>
                <a:cs typeface="Times New Roman" panose="02020603050405020304" pitchFamily="18" charset="0"/>
              </a:rPr>
              <a:t>t+1</a:t>
            </a:r>
            <a:r>
              <a:rPr lang="en-US" b="1" dirty="0">
                <a:latin typeface="Times New Roman" panose="02020603050405020304" pitchFamily="18" charset="0"/>
                <a:cs typeface="Times New Roman" panose="02020603050405020304" pitchFamily="18" charset="0"/>
              </a:rPr>
              <a:t> = (S</a:t>
            </a:r>
            <a:r>
              <a:rPr lang="en-US" b="1" baseline="-25000" dirty="0">
                <a:latin typeface="Times New Roman" panose="02020603050405020304" pitchFamily="18" charset="0"/>
                <a:cs typeface="Times New Roman" panose="02020603050405020304" pitchFamily="18" charset="0"/>
              </a:rPr>
              <a:t>t </a:t>
            </a:r>
            <a:r>
              <a:rPr lang="en-US" b="1" dirty="0">
                <a:latin typeface="Times New Roman" panose="02020603050405020304" pitchFamily="18" charset="0"/>
                <a:cs typeface="Times New Roman" panose="02020603050405020304" pitchFamily="18" charset="0"/>
              </a:rPr>
              <a:t>+ S</a:t>
            </a:r>
            <a:r>
              <a:rPr lang="en-US" b="1" baseline="-25000" dirty="0">
                <a:latin typeface="Times New Roman" panose="02020603050405020304" pitchFamily="18" charset="0"/>
                <a:cs typeface="Times New Roman" panose="02020603050405020304" pitchFamily="18" charset="0"/>
              </a:rPr>
              <a:t>t-1</a:t>
            </a:r>
            <a:r>
              <a:rPr lang="en-US" b="1" dirty="0">
                <a:latin typeface="Times New Roman" panose="02020603050405020304" pitchFamily="18" charset="0"/>
                <a:cs typeface="Times New Roman" panose="02020603050405020304" pitchFamily="18" charset="0"/>
              </a:rPr>
              <a:t> + …..+S</a:t>
            </a:r>
            <a:r>
              <a:rPr lang="en-US" b="1" baseline="-25000" dirty="0">
                <a:latin typeface="Times New Roman" panose="02020603050405020304" pitchFamily="18" charset="0"/>
                <a:cs typeface="Times New Roman" panose="02020603050405020304" pitchFamily="18" charset="0"/>
              </a:rPr>
              <a:t>t-n+1</a:t>
            </a:r>
            <a:r>
              <a:rPr lang="en-US" b="1" dirty="0">
                <a:latin typeface="Times New Roman" panose="02020603050405020304" pitchFamily="18" charset="0"/>
                <a:cs typeface="Times New Roman" panose="02020603050405020304" pitchFamily="18" charset="0"/>
              </a:rPr>
              <a:t>)/ n</a:t>
            </a:r>
          </a:p>
          <a:p>
            <a:pPr lvl="1" algn="just">
              <a:buNone/>
            </a:pPr>
            <a:endParaRPr lang="en-US" dirty="0">
              <a:latin typeface="Times New Roman" panose="02020603050405020304" pitchFamily="18" charset="0"/>
              <a:cs typeface="Times New Roman" panose="02020603050405020304" pitchFamily="18" charset="0"/>
            </a:endParaRPr>
          </a:p>
          <a:p>
            <a:pPr lvl="1" algn="just">
              <a:buNone/>
            </a:pPr>
            <a:r>
              <a:rPr lang="en-US" dirty="0">
                <a:latin typeface="Times New Roman" panose="02020603050405020304" pitchFamily="18" charset="0"/>
                <a:cs typeface="Times New Roman" panose="02020603050405020304" pitchFamily="18" charset="0"/>
              </a:rPr>
              <a:t>F</a:t>
            </a:r>
            <a:r>
              <a:rPr lang="en-US" baseline="-25000" dirty="0">
                <a:latin typeface="Times New Roman" panose="02020603050405020304" pitchFamily="18" charset="0"/>
                <a:cs typeface="Times New Roman" panose="02020603050405020304" pitchFamily="18" charset="0"/>
              </a:rPr>
              <a:t>t+1</a:t>
            </a:r>
            <a:r>
              <a:rPr lang="en-US" dirty="0">
                <a:latin typeface="Times New Roman" panose="02020603050405020304" pitchFamily="18" charset="0"/>
                <a:cs typeface="Times New Roman" panose="02020603050405020304" pitchFamily="18" charset="0"/>
              </a:rPr>
              <a:t> = Forecast for the next period</a:t>
            </a:r>
          </a:p>
          <a:p>
            <a:pPr lvl="1" algn="just">
              <a:buNone/>
            </a:pPr>
            <a:r>
              <a:rPr lang="en-US" dirty="0">
                <a:latin typeface="Times New Roman" panose="02020603050405020304" pitchFamily="18" charset="0"/>
                <a:cs typeface="Times New Roman" panose="02020603050405020304" pitchFamily="18" charset="0"/>
              </a:rPr>
              <a:t>S</a:t>
            </a:r>
            <a:r>
              <a:rPr lang="en-US" baseline="-25000" dirty="0">
                <a:latin typeface="Times New Roman" panose="02020603050405020304" pitchFamily="18" charset="0"/>
                <a:cs typeface="Times New Roman" panose="02020603050405020304" pitchFamily="18" charset="0"/>
              </a:rPr>
              <a:t>t	</a:t>
            </a:r>
            <a:r>
              <a:rPr lang="en-US" dirty="0">
                <a:latin typeface="Times New Roman" panose="02020603050405020304" pitchFamily="18" charset="0"/>
                <a:cs typeface="Times New Roman" panose="02020603050405020304" pitchFamily="18" charset="0"/>
              </a:rPr>
              <a:t> 	  = Sales for the current period</a:t>
            </a:r>
          </a:p>
          <a:p>
            <a:pPr lvl="1" algn="just">
              <a:buNone/>
            </a:pPr>
            <a:r>
              <a:rPr lang="en-US" baseline="-250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n   = Number of Preceding years</a:t>
            </a:r>
            <a:endParaRPr lang="en-US" baseline="-250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a:t>
            </a:r>
          </a:p>
          <a:p>
            <a:pPr algn="just">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99613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Demand Forecasting</a:t>
            </a:r>
          </a:p>
        </p:txBody>
      </p:sp>
      <p:graphicFrame>
        <p:nvGraphicFramePr>
          <p:cNvPr id="2" name="Content Placeholder 1">
            <a:extLst>
              <a:ext uri="{FF2B5EF4-FFF2-40B4-BE49-F238E27FC236}">
                <a16:creationId xmlns:a16="http://schemas.microsoft.com/office/drawing/2014/main" id="{0F906224-3215-521D-6268-1DD8CE02928A}"/>
              </a:ext>
            </a:extLst>
          </p:cNvPr>
          <p:cNvGraphicFramePr>
            <a:graphicFrameLocks noGrp="1"/>
          </p:cNvGraphicFramePr>
          <p:nvPr>
            <p:ph idx="1"/>
            <p:extLst>
              <p:ext uri="{D42A27DB-BD31-4B8C-83A1-F6EECF244321}">
                <p14:modId xmlns:p14="http://schemas.microsoft.com/office/powerpoint/2010/main" val="3793365192"/>
              </p:ext>
            </p:extLst>
          </p:nvPr>
        </p:nvGraphicFramePr>
        <p:xfrm>
          <a:off x="217715" y="1175661"/>
          <a:ext cx="11727542" cy="50013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8236647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Chain Ratio Method</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p:txBody>
          <a:bodyPr>
            <a:normAutofit/>
          </a:bodyPr>
          <a:lstStyle/>
          <a:p>
            <a:pPr lvl="1" algn="just">
              <a:buNone/>
            </a:pPr>
            <a:r>
              <a:rPr lang="en-US" sz="2400" dirty="0">
                <a:latin typeface="Times New Roman" panose="02020603050405020304" pitchFamily="18" charset="0"/>
                <a:cs typeface="Times New Roman" panose="02020603050405020304" pitchFamily="18" charset="0"/>
              </a:rPr>
              <a:t>The potential sales of a product may be estimated by applying a series of factors to a measure of aggregate demand. </a:t>
            </a:r>
          </a:p>
          <a:p>
            <a:pPr lvl="1" algn="just">
              <a:buNone/>
            </a:pPr>
            <a:endParaRPr lang="en-US" sz="2400" dirty="0">
              <a:latin typeface="Times New Roman" panose="02020603050405020304" pitchFamily="18" charset="0"/>
              <a:cs typeface="Times New Roman" panose="02020603050405020304" pitchFamily="18" charset="0"/>
            </a:endParaRPr>
          </a:p>
          <a:p>
            <a:pPr lvl="1" algn="just">
              <a:buNone/>
            </a:pPr>
            <a:r>
              <a:rPr lang="en-US" sz="2400" dirty="0">
                <a:latin typeface="Times New Roman" panose="02020603050405020304" pitchFamily="18" charset="0"/>
                <a:cs typeface="Times New Roman" panose="02020603050405020304" pitchFamily="18" charset="0"/>
              </a:rPr>
              <a:t>It uses a simple analytical approach to demand estimation. However, its reliability is critically dependent on the ratios and rates of usage in the process of determining sales potential </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01058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Consumption Level Method</a:t>
            </a:r>
            <a:endParaRPr lang="en-IN" sz="3600" dirty="0">
              <a:latin typeface="Times New Roman" panose="02020603050405020304" pitchFamily="18" charset="0"/>
              <a:cs typeface="Times New Roman" panose="02020603050405020304" pitchFamily="18" charset="0"/>
            </a:endParaRPr>
          </a:p>
        </p:txBody>
      </p:sp>
      <p:sp>
        <p:nvSpPr>
          <p:cNvPr id="2" name="Content Placeholder 8">
            <a:extLst>
              <a:ext uri="{FF2B5EF4-FFF2-40B4-BE49-F238E27FC236}">
                <a16:creationId xmlns:a16="http://schemas.microsoft.com/office/drawing/2014/main" id="{2AC3F237-BA83-AE0F-2DD3-ED4497668D76}"/>
              </a:ext>
            </a:extLst>
          </p:cNvPr>
          <p:cNvSpPr>
            <a:spLocks noGrp="1"/>
          </p:cNvSpPr>
          <p:nvPr>
            <p:ph idx="1"/>
          </p:nvPr>
        </p:nvSpPr>
        <p:spPr>
          <a:xfrm>
            <a:off x="217488" y="1176338"/>
            <a:ext cx="11728450" cy="5000625"/>
          </a:xfrm>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	</a:t>
            </a:r>
            <a:r>
              <a:rPr lang="en-US" sz="2400" b="0" i="0" dirty="0">
                <a:solidFill>
                  <a:srgbClr val="1F1F1F"/>
                </a:solidFill>
                <a:effectLst/>
                <a:latin typeface="Times New Roman" panose="02020603050405020304" pitchFamily="18" charset="0"/>
                <a:cs typeface="Times New Roman" panose="02020603050405020304" pitchFamily="18" charset="0"/>
              </a:rPr>
              <a:t>Consumption level method: Useful for a product that is directly consumed; this method </a:t>
            </a:r>
            <a:r>
              <a:rPr lang="en-US" sz="2400" b="0" i="0" dirty="0">
                <a:solidFill>
                  <a:srgbClr val="040C28"/>
                </a:solidFill>
                <a:effectLst/>
                <a:latin typeface="Times New Roman" panose="02020603050405020304" pitchFamily="18" charset="0"/>
                <a:cs typeface="Times New Roman" panose="02020603050405020304" pitchFamily="18" charset="0"/>
              </a:rPr>
              <a:t>estimates consumption level based on elasticity coefficients</a:t>
            </a:r>
            <a:r>
              <a:rPr lang="en-US" sz="2400" b="0" i="0" dirty="0">
                <a:solidFill>
                  <a:srgbClr val="1F1F1F"/>
                </a:solidFill>
                <a:effectLst/>
                <a:latin typeface="Times New Roman" panose="02020603050405020304" pitchFamily="18" charset="0"/>
                <a:cs typeface="Times New Roman" panose="02020603050405020304" pitchFamily="18" charset="0"/>
              </a:rPr>
              <a:t>, the important ones being the income elasticity of demand and the price elasticity of demand.</a:t>
            </a:r>
            <a:r>
              <a:rPr lang="en-US" sz="2400" dirty="0">
                <a:latin typeface="Times New Roman" panose="02020603050405020304" pitchFamily="18" charset="0"/>
                <a:cs typeface="Times New Roman" panose="02020603050405020304" pitchFamily="18" charset="0"/>
              </a:rPr>
              <a:t>	</a:t>
            </a: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Estimates consumption level on the basis of elasticity coefficients, the important ones being the income elasticity &amp; price elasticity of demand</a:t>
            </a:r>
          </a:p>
          <a:p>
            <a:pPr algn="just">
              <a:buNone/>
            </a:pP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532062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End-use method</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	Suitable for estimating the demand for intermediate products, also called the consumption coefficient method.</a:t>
            </a: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Required key inputs are:	</a:t>
            </a:r>
          </a:p>
          <a:p>
            <a:pPr algn="just"/>
            <a:r>
              <a:rPr lang="en-US" sz="2400" dirty="0">
                <a:latin typeface="Times New Roman" panose="02020603050405020304" pitchFamily="18" charset="0"/>
                <a:cs typeface="Times New Roman" panose="02020603050405020304" pitchFamily="18" charset="0"/>
              </a:rPr>
              <a:t>Projected output levels of consuming industries, and</a:t>
            </a:r>
          </a:p>
          <a:p>
            <a:pPr algn="just"/>
            <a:r>
              <a:rPr lang="en-US" sz="2400" dirty="0">
                <a:latin typeface="Times New Roman" panose="02020603050405020304" pitchFamily="18" charset="0"/>
                <a:cs typeface="Times New Roman" panose="02020603050405020304" pitchFamily="18" charset="0"/>
              </a:rPr>
              <a:t>Consumption Coefficient	</a:t>
            </a:r>
          </a:p>
          <a:p>
            <a:pPr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846560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Autofit/>
          </a:bodyPr>
          <a:lstStyle/>
          <a:p>
            <a:r>
              <a:rPr lang="en-US" sz="3600" dirty="0">
                <a:latin typeface="Times New Roman" panose="02020603050405020304" pitchFamily="18" charset="0"/>
                <a:cs typeface="Times New Roman" panose="02020603050405020304" pitchFamily="18" charset="0"/>
              </a:rPr>
              <a:t>Bass Diffusion Method (Frank Bass)</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p:txBody>
          <a:bodyPr>
            <a:normAutofit/>
          </a:bodyPr>
          <a:lstStyle/>
          <a:p>
            <a:pPr>
              <a:buNone/>
            </a:pP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p: The Coefficient of Innovation</a:t>
            </a:r>
            <a:r>
              <a:rPr lang="en-US" sz="2400" dirty="0">
                <a:latin typeface="Times New Roman" panose="02020603050405020304" pitchFamily="18" charset="0"/>
                <a:cs typeface="Times New Roman" panose="02020603050405020304" pitchFamily="18" charset="0"/>
              </a:rPr>
              <a:t>	</a:t>
            </a:r>
          </a:p>
          <a:p>
            <a:pPr algn="just">
              <a:buNone/>
            </a:pPr>
            <a:r>
              <a:rPr lang="en-US" sz="2400" dirty="0">
                <a:latin typeface="Times New Roman" panose="02020603050405020304" pitchFamily="18" charset="0"/>
                <a:cs typeface="Times New Roman" panose="02020603050405020304" pitchFamily="18" charset="0"/>
              </a:rPr>
              <a:t>	The likelihood that a potential customer would adopt the product because of its innovative features</a:t>
            </a:r>
          </a:p>
          <a:p>
            <a:pPr>
              <a:buNone/>
            </a:pPr>
            <a:endParaRPr lang="en-US" sz="2400" b="1" dirty="0">
              <a:latin typeface="Times New Roman" panose="02020603050405020304" pitchFamily="18" charset="0"/>
              <a:cs typeface="Times New Roman" panose="02020603050405020304" pitchFamily="18" charset="0"/>
            </a:endParaRPr>
          </a:p>
          <a:p>
            <a:pPr>
              <a:buNone/>
            </a:pPr>
            <a:r>
              <a:rPr lang="en-US" sz="2400" b="1" dirty="0">
                <a:latin typeface="Times New Roman" panose="02020603050405020304" pitchFamily="18" charset="0"/>
                <a:cs typeface="Times New Roman" panose="02020603050405020304" pitchFamily="18" charset="0"/>
              </a:rPr>
              <a:t>q: The Coefficient of Imitation</a:t>
            </a:r>
          </a:p>
          <a:p>
            <a:pPr algn="just">
              <a:buNone/>
            </a:pPr>
            <a:r>
              <a:rPr lang="en-US" sz="2400" dirty="0">
                <a:latin typeface="Times New Roman" panose="02020603050405020304" pitchFamily="18" charset="0"/>
                <a:cs typeface="Times New Roman" panose="02020603050405020304" pitchFamily="18" charset="0"/>
              </a:rPr>
              <a:t>	The tendency of a potential customer to buy the product because many others have bought it. </a:t>
            </a:r>
          </a:p>
          <a:p>
            <a:pPr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538698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Leading Indicator Method</a:t>
            </a:r>
            <a:endParaRPr lang="en-IN" sz="3600" dirty="0">
              <a:solidFill>
                <a:srgbClr val="C00000"/>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	Leading indicators are variables that change ahead of other variables, the lagging variables.</a:t>
            </a:r>
          </a:p>
          <a:p>
            <a:pPr algn="just">
              <a:buNone/>
            </a:pPr>
            <a:r>
              <a:rPr lang="en-US" sz="2400" dirty="0">
                <a:latin typeface="Times New Roman" panose="02020603050405020304" pitchFamily="18" charset="0"/>
                <a:cs typeface="Times New Roman" panose="02020603050405020304" pitchFamily="18" charset="0"/>
              </a:rPr>
              <a:t>	</a:t>
            </a:r>
          </a:p>
          <a:p>
            <a:pPr algn="just">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eg.</a:t>
            </a:r>
            <a:r>
              <a:rPr lang="en-US" sz="2400" dirty="0">
                <a:latin typeface="Times New Roman" panose="02020603050405020304" pitchFamily="18" charset="0"/>
                <a:cs typeface="Times New Roman" panose="02020603050405020304" pitchFamily="18" charset="0"/>
              </a:rPr>
              <a:t> Change in the level of urbanization (leading indicator) may be used to predict a change in the demand of air conditioners (lagging indicator) </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163204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Econometric method</a:t>
            </a: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	An econometric model is a mathematical representation of economic relationship(s) derived from economic theory.</a:t>
            </a:r>
          </a:p>
          <a:p>
            <a:pPr>
              <a:buNone/>
            </a:pPr>
            <a:endParaRPr lang="en-US" sz="2400"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rPr>
              <a:t>	Two types of models are employed:</a:t>
            </a:r>
          </a:p>
          <a:p>
            <a:pPr marL="571500" indent="-571500">
              <a:buFont typeface="+mj-lt"/>
              <a:buAutoNum type="romanUcPeriod"/>
            </a:pPr>
            <a:r>
              <a:rPr lang="en-US" sz="2400" dirty="0">
                <a:latin typeface="Times New Roman" panose="02020603050405020304" pitchFamily="18" charset="0"/>
                <a:cs typeface="Times New Roman" panose="02020603050405020304" pitchFamily="18" charset="0"/>
              </a:rPr>
              <a:t>Single  Equation Model</a:t>
            </a:r>
          </a:p>
          <a:p>
            <a:pPr marL="571500" indent="-571500">
              <a:buFont typeface="+mj-lt"/>
              <a:buAutoNum type="romanUcPeriod"/>
            </a:pPr>
            <a:r>
              <a:rPr lang="en-US" sz="2400" dirty="0">
                <a:latin typeface="Times New Roman" panose="02020603050405020304" pitchFamily="18" charset="0"/>
                <a:cs typeface="Times New Roman" panose="02020603050405020304" pitchFamily="18" charset="0"/>
              </a:rPr>
              <a:t>Simultaneous Equation Model </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90242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Single  Equation Model</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	One variable, the dependent variable (Explained variable), is influenced by one or more independent variables (Explanatory variable).</a:t>
            </a:r>
          </a:p>
          <a:p>
            <a:pPr algn="ctr">
              <a:buNone/>
            </a:pPr>
            <a:r>
              <a:rPr lang="en-US" sz="2400" dirty="0">
                <a:latin typeface="Times New Roman" panose="02020603050405020304" pitchFamily="18" charset="0"/>
                <a:cs typeface="Times New Roman" panose="02020603050405020304" pitchFamily="18" charset="0"/>
              </a:rPr>
              <a:t>	D</a:t>
            </a:r>
            <a:r>
              <a:rPr lang="en-US" sz="2400" baseline="-25000" dirty="0">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 = a</a:t>
            </a:r>
            <a:r>
              <a:rPr lang="en-US" sz="2400" baseline="-25000" dirty="0">
                <a:latin typeface="Times New Roman" panose="02020603050405020304" pitchFamily="18" charset="0"/>
                <a:cs typeface="Times New Roman" panose="02020603050405020304" pitchFamily="18" charset="0"/>
              </a:rPr>
              <a:t>0</a:t>
            </a:r>
            <a:r>
              <a:rPr lang="en-US" sz="2400" dirty="0">
                <a:latin typeface="Times New Roman" panose="02020603050405020304" pitchFamily="18" charset="0"/>
                <a:cs typeface="Times New Roman" panose="02020603050405020304" pitchFamily="18" charset="0"/>
              </a:rPr>
              <a:t> + a</a:t>
            </a:r>
            <a:r>
              <a:rPr lang="en-US" sz="2400" baseline="-250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P</a:t>
            </a:r>
            <a:r>
              <a:rPr lang="en-US" sz="2400" baseline="-25000" dirty="0">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 + a</a:t>
            </a:r>
            <a:r>
              <a:rPr lang="en-US" sz="2400" baseline="-25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N</a:t>
            </a:r>
            <a:r>
              <a:rPr lang="en-US" sz="2400" baseline="-25000" dirty="0">
                <a:latin typeface="Times New Roman" panose="02020603050405020304" pitchFamily="18" charset="0"/>
                <a:cs typeface="Times New Roman" panose="02020603050405020304" pitchFamily="18" charset="0"/>
              </a:rPr>
              <a:t>t</a:t>
            </a:r>
          </a:p>
          <a:p>
            <a:pPr>
              <a:buNone/>
            </a:pPr>
            <a:r>
              <a:rPr lang="en-US" sz="2400" dirty="0">
                <a:latin typeface="Times New Roman" panose="02020603050405020304" pitchFamily="18" charset="0"/>
                <a:cs typeface="Times New Roman" panose="02020603050405020304" pitchFamily="18" charset="0"/>
              </a:rPr>
              <a:t>	</a:t>
            </a:r>
          </a:p>
          <a:p>
            <a:pPr>
              <a:buNone/>
            </a:pPr>
            <a:r>
              <a:rPr lang="en-US" sz="2400" dirty="0">
                <a:latin typeface="Times New Roman" panose="02020603050405020304" pitchFamily="18" charset="0"/>
                <a:cs typeface="Times New Roman" panose="02020603050405020304" pitchFamily="18" charset="0"/>
              </a:rPr>
              <a:t>	D</a:t>
            </a:r>
            <a:r>
              <a:rPr lang="en-US" sz="2400" baseline="-25000" dirty="0">
                <a:latin typeface="Times New Roman" panose="02020603050405020304" pitchFamily="18" charset="0"/>
                <a:cs typeface="Times New Roman" panose="02020603050405020304" pitchFamily="18" charset="0"/>
              </a:rPr>
              <a:t>t  =</a:t>
            </a:r>
            <a:r>
              <a:rPr lang="en-US" sz="2400" dirty="0">
                <a:latin typeface="Times New Roman" panose="02020603050405020304" pitchFamily="18" charset="0"/>
                <a:cs typeface="Times New Roman" panose="02020603050405020304" pitchFamily="18" charset="0"/>
              </a:rPr>
              <a:t> Demand for a certain product in year t</a:t>
            </a:r>
          </a:p>
          <a:p>
            <a:pPr>
              <a:buNone/>
            </a:pPr>
            <a:r>
              <a:rPr lang="en-US" sz="2400" dirty="0">
                <a:latin typeface="Times New Roman" panose="02020603050405020304" pitchFamily="18" charset="0"/>
                <a:cs typeface="Times New Roman" panose="02020603050405020304" pitchFamily="18" charset="0"/>
              </a:rPr>
              <a:t>	P</a:t>
            </a:r>
            <a:r>
              <a:rPr lang="en-US" sz="2400" baseline="-25000" dirty="0">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 Price for the product in year t</a:t>
            </a:r>
          </a:p>
          <a:p>
            <a:pPr>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a:t>
            </a:r>
            <a:r>
              <a:rPr lang="en-US" sz="2400" baseline="-25000" dirty="0" err="1">
                <a:latin typeface="Times New Roman" panose="02020603050405020304" pitchFamily="18" charset="0"/>
                <a:cs typeface="Times New Roman" panose="02020603050405020304" pitchFamily="18" charset="0"/>
              </a:rPr>
              <a:t>t</a:t>
            </a:r>
            <a:r>
              <a:rPr lang="en-US" sz="2400" baseline="-2500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Income in year t</a:t>
            </a:r>
            <a:r>
              <a:rPr lang="en-US" sz="2400" baseline="-25000" dirty="0">
                <a:latin typeface="Times New Roman" panose="02020603050405020304" pitchFamily="18" charset="0"/>
                <a:cs typeface="Times New Roman" panose="02020603050405020304" pitchFamily="18" charset="0"/>
              </a:rPr>
              <a:t>   </a:t>
            </a:r>
          </a:p>
          <a:p>
            <a:pPr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568549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Simultaneous Equation Model </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Portrays economic relationship in terms of two or more equations.</a:t>
            </a:r>
          </a:p>
          <a:p>
            <a:pPr algn="just">
              <a:buNone/>
            </a:pPr>
            <a:r>
              <a:rPr lang="en-US" sz="2400" dirty="0">
                <a:latin typeface="Times New Roman" panose="02020603050405020304" pitchFamily="18" charset="0"/>
                <a:cs typeface="Times New Roman" panose="02020603050405020304" pitchFamily="18" charset="0"/>
              </a:rPr>
              <a:t>		</a:t>
            </a:r>
          </a:p>
          <a:p>
            <a:pPr>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GNP</a:t>
            </a:r>
            <a:r>
              <a:rPr lang="en-US" sz="2400" baseline="-25000" dirty="0" err="1">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 = G</a:t>
            </a:r>
            <a:r>
              <a:rPr lang="en-US" sz="2400" baseline="-25000" dirty="0">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 + I</a:t>
            </a:r>
            <a:r>
              <a:rPr lang="en-US" sz="2400" baseline="-25000" dirty="0">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 + C</a:t>
            </a:r>
            <a:r>
              <a:rPr lang="en-US" sz="2400" baseline="-25000" dirty="0">
                <a:latin typeface="Times New Roman" panose="02020603050405020304" pitchFamily="18" charset="0"/>
                <a:cs typeface="Times New Roman" panose="02020603050405020304" pitchFamily="18" charset="0"/>
              </a:rPr>
              <a:t>t</a:t>
            </a:r>
          </a:p>
          <a:p>
            <a:pPr>
              <a:buNone/>
            </a:pPr>
            <a:r>
              <a:rPr lang="en-US" sz="2400" dirty="0">
                <a:latin typeface="Times New Roman" panose="02020603050405020304" pitchFamily="18" charset="0"/>
                <a:cs typeface="Times New Roman" panose="02020603050405020304" pitchFamily="18" charset="0"/>
              </a:rPr>
              <a:t>	I</a:t>
            </a:r>
            <a:r>
              <a:rPr lang="en-US" sz="2400" baseline="-25000" dirty="0">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  = a</a:t>
            </a:r>
            <a:r>
              <a:rPr lang="en-US" sz="2400" baseline="-25000" dirty="0">
                <a:latin typeface="Times New Roman" panose="02020603050405020304" pitchFamily="18" charset="0"/>
                <a:cs typeface="Times New Roman" panose="02020603050405020304" pitchFamily="18" charset="0"/>
              </a:rPr>
              <a:t>0</a:t>
            </a:r>
            <a:r>
              <a:rPr lang="en-US" sz="2400" dirty="0">
                <a:latin typeface="Times New Roman" panose="02020603050405020304" pitchFamily="18" charset="0"/>
                <a:cs typeface="Times New Roman" panose="02020603050405020304" pitchFamily="18" charset="0"/>
              </a:rPr>
              <a:t> + a</a:t>
            </a:r>
            <a:r>
              <a:rPr lang="en-US" sz="2400" baseline="-250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GNP</a:t>
            </a:r>
            <a:r>
              <a:rPr lang="en-US" sz="2400" baseline="-25000" dirty="0">
                <a:latin typeface="Times New Roman" panose="02020603050405020304" pitchFamily="18" charset="0"/>
                <a:cs typeface="Times New Roman" panose="02020603050405020304" pitchFamily="18" charset="0"/>
              </a:rPr>
              <a:t>t</a:t>
            </a:r>
          </a:p>
          <a:p>
            <a:pPr>
              <a:buNone/>
            </a:pPr>
            <a:r>
              <a:rPr lang="en-US" sz="2400" dirty="0">
                <a:latin typeface="Times New Roman" panose="02020603050405020304" pitchFamily="18" charset="0"/>
                <a:cs typeface="Times New Roman" panose="02020603050405020304" pitchFamily="18" charset="0"/>
              </a:rPr>
              <a:t>	C</a:t>
            </a:r>
            <a:r>
              <a:rPr lang="en-US" sz="2400" baseline="-25000" dirty="0">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 = b</a:t>
            </a:r>
            <a:r>
              <a:rPr lang="en-US" sz="2400" baseline="-25000" dirty="0">
                <a:latin typeface="Times New Roman" panose="02020603050405020304" pitchFamily="18" charset="0"/>
                <a:cs typeface="Times New Roman" panose="02020603050405020304" pitchFamily="18" charset="0"/>
              </a:rPr>
              <a:t>0</a:t>
            </a:r>
            <a:r>
              <a:rPr lang="en-US" sz="2400" dirty="0">
                <a:latin typeface="Times New Roman" panose="02020603050405020304" pitchFamily="18" charset="0"/>
                <a:cs typeface="Times New Roman" panose="02020603050405020304" pitchFamily="18" charset="0"/>
              </a:rPr>
              <a:t> + b</a:t>
            </a:r>
            <a:r>
              <a:rPr lang="en-US" sz="2400" baseline="-250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GNP</a:t>
            </a:r>
            <a:r>
              <a:rPr lang="en-US" sz="2400" baseline="-25000" dirty="0">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 </a:t>
            </a:r>
          </a:p>
          <a:p>
            <a:pPr algn="just">
              <a:buNone/>
            </a:pPr>
            <a:r>
              <a:rPr lang="en-US" sz="2400" dirty="0">
                <a:latin typeface="Times New Roman" panose="02020603050405020304" pitchFamily="18" charset="0"/>
                <a:cs typeface="Times New Roman" panose="02020603050405020304" pitchFamily="18" charset="0"/>
              </a:rPr>
              <a:t>	 where: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G</a:t>
            </a:r>
            <a:r>
              <a:rPr lang="en-US" sz="2400" baseline="-25000" dirty="0">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 = Government purchases for the year</a:t>
            </a:r>
          </a:p>
          <a:p>
            <a:pPr algn="just">
              <a:buNone/>
            </a:pPr>
            <a:r>
              <a:rPr lang="en-US" sz="2400" dirty="0">
                <a:latin typeface="Times New Roman" panose="02020603050405020304" pitchFamily="18" charset="0"/>
                <a:cs typeface="Times New Roman" panose="02020603050405020304" pitchFamily="18" charset="0"/>
              </a:rPr>
              <a:t>	 I</a:t>
            </a:r>
            <a:r>
              <a:rPr lang="en-US" sz="2400" baseline="-25000" dirty="0">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 	= Gross investment for the year</a:t>
            </a:r>
          </a:p>
          <a:p>
            <a:pPr algn="just">
              <a:buNone/>
            </a:pPr>
            <a:r>
              <a:rPr lang="en-US" sz="2400" dirty="0">
                <a:latin typeface="Times New Roman" panose="02020603050405020304" pitchFamily="18" charset="0"/>
                <a:cs typeface="Times New Roman" panose="02020603050405020304" pitchFamily="18" charset="0"/>
              </a:rPr>
              <a:t>	 C</a:t>
            </a:r>
            <a:r>
              <a:rPr lang="en-US" sz="2400" baseline="-25000" dirty="0">
                <a:latin typeface="Times New Roman" panose="02020603050405020304" pitchFamily="18" charset="0"/>
                <a:cs typeface="Times New Roman" panose="02020603050405020304" pitchFamily="18" charset="0"/>
              </a:rPr>
              <a:t>t	</a:t>
            </a:r>
            <a:r>
              <a:rPr lang="en-US" sz="2400" dirty="0">
                <a:latin typeface="Times New Roman" panose="02020603050405020304" pitchFamily="18" charset="0"/>
                <a:cs typeface="Times New Roman" panose="02020603050405020304" pitchFamily="18" charset="0"/>
              </a:rPr>
              <a:t> = Consumption for the year t</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763856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Topic Objectives &amp; Outcome</a:t>
            </a:r>
            <a:endParaRPr lang="en-IN" sz="3600" dirty="0">
              <a:latin typeface="Times New Roman" panose="02020603050405020304" pitchFamily="18" charset="0"/>
              <a:cs typeface="Times New Roman" panose="02020603050405020304" pitchFamily="18" charset="0"/>
            </a:endParaRPr>
          </a:p>
        </p:txBody>
      </p:sp>
      <p:graphicFrame>
        <p:nvGraphicFramePr>
          <p:cNvPr id="2" name="Content Placeholder 1">
            <a:extLst>
              <a:ext uri="{FF2B5EF4-FFF2-40B4-BE49-F238E27FC236}">
                <a16:creationId xmlns:a16="http://schemas.microsoft.com/office/drawing/2014/main" id="{45D8A5E8-39F3-9501-3DA6-9EBDEB7C16C5}"/>
              </a:ext>
            </a:extLst>
          </p:cNvPr>
          <p:cNvGraphicFramePr>
            <a:graphicFrameLocks noGrp="1"/>
          </p:cNvGraphicFramePr>
          <p:nvPr>
            <p:ph idx="1"/>
            <p:extLst>
              <p:ext uri="{D42A27DB-BD31-4B8C-83A1-F6EECF244321}">
                <p14:modId xmlns:p14="http://schemas.microsoft.com/office/powerpoint/2010/main" val="771071693"/>
              </p:ext>
            </p:extLst>
          </p:nvPr>
        </p:nvGraphicFramePr>
        <p:xfrm>
          <a:off x="159737" y="2100363"/>
          <a:ext cx="11728449" cy="1193800"/>
        </p:xfrm>
        <a:graphic>
          <a:graphicData uri="http://schemas.openxmlformats.org/drawingml/2006/table">
            <a:tbl>
              <a:tblPr firstRow="1" bandRow="1">
                <a:tableStyleId>{21E4AEA4-8DFA-4A89-87EB-49C32662AFE0}</a:tableStyleId>
              </a:tblPr>
              <a:tblGrid>
                <a:gridCol w="1207050">
                  <a:extLst>
                    <a:ext uri="{9D8B030D-6E8A-4147-A177-3AD203B41FA5}">
                      <a16:colId xmlns:a16="http://schemas.microsoft.com/office/drawing/2014/main" val="302132799"/>
                    </a:ext>
                  </a:extLst>
                </a:gridCol>
                <a:gridCol w="6611916">
                  <a:extLst>
                    <a:ext uri="{9D8B030D-6E8A-4147-A177-3AD203B41FA5}">
                      <a16:colId xmlns:a16="http://schemas.microsoft.com/office/drawing/2014/main" val="269547605"/>
                    </a:ext>
                  </a:extLst>
                </a:gridCol>
                <a:gridCol w="3909483">
                  <a:extLst>
                    <a:ext uri="{9D8B030D-6E8A-4147-A177-3AD203B41FA5}">
                      <a16:colId xmlns:a16="http://schemas.microsoft.com/office/drawing/2014/main" val="4143155513"/>
                    </a:ext>
                  </a:extLst>
                </a:gridCol>
              </a:tblGrid>
              <a:tr h="370840">
                <a:tc>
                  <a:txBody>
                    <a:bodyPr/>
                    <a:lstStyle/>
                    <a:p>
                      <a:r>
                        <a:rPr lang="en-IN" dirty="0"/>
                        <a:t>s.no.</a:t>
                      </a:r>
                    </a:p>
                  </a:txBody>
                  <a:tcPr/>
                </a:tc>
                <a:tc>
                  <a:txBody>
                    <a:bodyPr/>
                    <a:lstStyle/>
                    <a:p>
                      <a:r>
                        <a:rPr lang="en-IN" dirty="0"/>
                        <a:t>topic</a:t>
                      </a:r>
                    </a:p>
                  </a:txBody>
                  <a:tcPr/>
                </a:tc>
                <a:tc>
                  <a:txBody>
                    <a:bodyPr/>
                    <a:lstStyle/>
                    <a:p>
                      <a:r>
                        <a:rPr lang="en-IN" dirty="0"/>
                        <a:t>outcomes</a:t>
                      </a:r>
                    </a:p>
                  </a:txBody>
                  <a:tcPr/>
                </a:tc>
                <a:extLst>
                  <a:ext uri="{0D108BD9-81ED-4DB2-BD59-A6C34878D82A}">
                    <a16:rowId xmlns:a16="http://schemas.microsoft.com/office/drawing/2014/main" val="2362055284"/>
                  </a:ext>
                </a:extLst>
              </a:tr>
              <a:tr h="370840">
                <a:tc>
                  <a:txBody>
                    <a:bodyPr/>
                    <a:lstStyle/>
                    <a:p>
                      <a:r>
                        <a:rPr lang="en-IN"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To understand the Concepts and Types of Project Risks</a:t>
                      </a:r>
                    </a:p>
                  </a:txBody>
                  <a:tcPr/>
                </a:tc>
                <a:tc>
                  <a:txBody>
                    <a:bodyPr/>
                    <a:lstStyle/>
                    <a:p>
                      <a:r>
                        <a:rPr lang="en-IN" dirty="0"/>
                        <a:t>CO2</a:t>
                      </a:r>
                    </a:p>
                  </a:txBody>
                  <a:tcPr/>
                </a:tc>
                <a:extLst>
                  <a:ext uri="{0D108BD9-81ED-4DB2-BD59-A6C34878D82A}">
                    <a16:rowId xmlns:a16="http://schemas.microsoft.com/office/drawing/2014/main" val="4245947266"/>
                  </a:ext>
                </a:extLst>
              </a:tr>
            </a:tbl>
          </a:graphicData>
        </a:graphic>
      </p:graphicFrame>
    </p:spTree>
    <p:extLst>
      <p:ext uri="{BB962C8B-B14F-4D97-AF65-F5344CB8AC3E}">
        <p14:creationId xmlns:p14="http://schemas.microsoft.com/office/powerpoint/2010/main" val="6751110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C528BC5-FB9E-4B7B-2195-D121C3F5AA15}"/>
              </a:ext>
            </a:extLst>
          </p:cNvPr>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A risk is defined as “an uncertain event or condition that, if it occurs, has a positive or negative effect on a project's objectives” (PMI, 2004). It must be emphasized that a risk is characterized by having both a consequence and a probability.</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An uncertainty is defined as “the difference between the amount of information required to perform the task and the amount of information already possessed by the organization” (Galbraith, 1977).</a:t>
            </a: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B2180FA7-B6DA-EA97-FE34-F7C3583C6D3D}"/>
              </a:ext>
            </a:extLst>
          </p:cNvPr>
          <p:cNvSpPr>
            <a:spLocks noGrp="1"/>
          </p:cNvSpPr>
          <p:nvPr>
            <p:ph type="title"/>
          </p:nvPr>
        </p:nvSpPr>
        <p:spPr/>
        <p:txBody>
          <a:bodyPr>
            <a:normAutofit/>
          </a:bodyPr>
          <a:lstStyle/>
          <a:p>
            <a:r>
              <a:rPr kumimoji="0" lang="en-US" sz="3600"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Project Risk &amp; Uncertainty</a:t>
            </a:r>
            <a:endParaRPr lang="en-IN" sz="3600"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984715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C528BC5-FB9E-4B7B-2195-D121C3F5AA15}"/>
              </a:ext>
            </a:extLst>
          </p:cNvPr>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A formal, comprehensive project risk plan allows the project manager to be proactive regarding the innumerable things that can and do go wrong with a project.</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Project risk management begins early in the life cycle. A clear understanding of the risks that face the project must be established. The sources of project risk are almost limitless, emphasizing the need for a well-thought-out, detailed plan.</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Typical examples include the loss of a key team member, weather emergencies, technical failures, and poor suppliers.</a:t>
            </a:r>
          </a:p>
          <a:p>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B2180FA7-B6DA-EA97-FE34-F7C3583C6D3D}"/>
              </a:ext>
            </a:extLst>
          </p:cNvPr>
          <p:cNvSpPr>
            <a:spLocks noGrp="1"/>
          </p:cNvSpPr>
          <p:nvPr>
            <p:ph type="title"/>
          </p:nvPr>
        </p:nvSpPr>
        <p:spPr/>
        <p:txBody>
          <a:bodyPr>
            <a:normAutofit/>
          </a:bodyPr>
          <a:lstStyle/>
          <a:p>
            <a:r>
              <a:rPr lang="en-IN" sz="3600" dirty="0"/>
              <a:t>Project Risk</a:t>
            </a:r>
          </a:p>
        </p:txBody>
      </p:sp>
    </p:spTree>
    <p:extLst>
      <p:ext uri="{BB962C8B-B14F-4D97-AF65-F5344CB8AC3E}">
        <p14:creationId xmlns:p14="http://schemas.microsoft.com/office/powerpoint/2010/main" val="356439914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2180FA7-B6DA-EA97-FE34-F7C3583C6D3D}"/>
              </a:ext>
            </a:extLst>
          </p:cNvPr>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Project Risk</a:t>
            </a:r>
          </a:p>
        </p:txBody>
      </p:sp>
      <p:pic>
        <p:nvPicPr>
          <p:cNvPr id="4" name="Picture 4" descr="What is Project Risk Management? 6 Steps to Boost Success • Asana">
            <a:extLst>
              <a:ext uri="{FF2B5EF4-FFF2-40B4-BE49-F238E27FC236}">
                <a16:creationId xmlns:a16="http://schemas.microsoft.com/office/drawing/2014/main" id="{A118D2C5-0559-888D-DADE-904D954C137D}"/>
              </a:ext>
            </a:extLst>
          </p:cNvPr>
          <p:cNvPicPr>
            <a:picLocks noGrp="1" noChangeAspect="1" noChangeArrowheads="1"/>
          </p:cNvPicPr>
          <p:nvPr>
            <p:ph idx="1"/>
          </p:nvPr>
        </p:nvPicPr>
        <p:blipFill rotWithShape="1">
          <a:blip r:embed="rId2" cstate="print">
            <a:extLst>
              <a:ext uri="{28A0092B-C50C-407E-A947-70E740481C1C}">
                <a14:useLocalDpi xmlns:a14="http://schemas.microsoft.com/office/drawing/2010/main" val="0"/>
              </a:ext>
            </a:extLst>
          </a:blip>
          <a:srcRect b="10074"/>
          <a:stretch/>
        </p:blipFill>
        <p:spPr bwMode="auto">
          <a:xfrm>
            <a:off x="3065250" y="1176338"/>
            <a:ext cx="6032925" cy="4496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439091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C528BC5-FB9E-4B7B-2195-D121C3F5AA15}"/>
              </a:ext>
            </a:extLst>
          </p:cNvPr>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To relate the risk categories to the levels of project objectives, the three categories are defined.</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Operational Risks</a:t>
            </a:r>
          </a:p>
          <a:p>
            <a:pPr algn="just"/>
            <a:r>
              <a:rPr lang="en-US" sz="2400" dirty="0">
                <a:latin typeface="Times New Roman" panose="02020603050405020304" pitchFamily="18" charset="0"/>
                <a:cs typeface="Times New Roman" panose="02020603050405020304" pitchFamily="18" charset="0"/>
              </a:rPr>
              <a:t>Short-term strategic Risks</a:t>
            </a:r>
          </a:p>
          <a:p>
            <a:pPr algn="just"/>
            <a:r>
              <a:rPr lang="en-US" sz="2400" dirty="0">
                <a:latin typeface="Times New Roman" panose="02020603050405020304" pitchFamily="18" charset="0"/>
                <a:cs typeface="Times New Roman" panose="02020603050405020304" pitchFamily="18" charset="0"/>
              </a:rPr>
              <a:t>Long-term strategic Risks</a:t>
            </a: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B2180FA7-B6DA-EA97-FE34-F7C3583C6D3D}"/>
              </a:ext>
            </a:extLst>
          </p:cNvPr>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Types of Risk</a:t>
            </a:r>
          </a:p>
        </p:txBody>
      </p:sp>
    </p:spTree>
    <p:extLst>
      <p:ext uri="{BB962C8B-B14F-4D97-AF65-F5344CB8AC3E}">
        <p14:creationId xmlns:p14="http://schemas.microsoft.com/office/powerpoint/2010/main" val="34251949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C528BC5-FB9E-4B7B-2195-D121C3F5AA15}"/>
              </a:ext>
            </a:extLst>
          </p:cNvPr>
          <p:cNvSpPr>
            <a:spLocks noGrp="1"/>
          </p:cNvSpPr>
          <p:nvPr>
            <p:ph idx="1"/>
          </p:nvPr>
        </p:nvSpPr>
        <p:spPr>
          <a:xfrm>
            <a:off x="770020" y="1939702"/>
            <a:ext cx="10953855" cy="2000676"/>
          </a:xfrm>
        </p:spPr>
        <p:txBody>
          <a:bodyPr>
            <a:normAutofit/>
          </a:bodyPr>
          <a:lstStyle/>
          <a:p>
            <a:r>
              <a:rPr lang="en-US" sz="2400" dirty="0">
                <a:latin typeface="Times New Roman" panose="02020603050405020304" pitchFamily="18" charset="0"/>
                <a:cs typeface="Times New Roman" panose="02020603050405020304" pitchFamily="18" charset="0"/>
              </a:rPr>
              <a:t>Risks related to the operational objectives of the project. This means risks restricted to the direct results of the project—that is, its products.</a:t>
            </a:r>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B2180FA7-B6DA-EA97-FE34-F7C3583C6D3D}"/>
              </a:ext>
            </a:extLst>
          </p:cNvPr>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Operational Risk</a:t>
            </a:r>
          </a:p>
        </p:txBody>
      </p:sp>
    </p:spTree>
    <p:extLst>
      <p:ext uri="{BB962C8B-B14F-4D97-AF65-F5344CB8AC3E}">
        <p14:creationId xmlns:p14="http://schemas.microsoft.com/office/powerpoint/2010/main" val="400726018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C528BC5-FB9E-4B7B-2195-D121C3F5AA15}"/>
              </a:ext>
            </a:extLst>
          </p:cNvPr>
          <p:cNvSpPr>
            <a:spLocks noGrp="1"/>
          </p:cNvSpPr>
          <p:nvPr>
            <p:ph idx="1"/>
          </p:nvPr>
        </p:nvSpPr>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	</a:t>
            </a:r>
          </a:p>
          <a:p>
            <a:pPr algn="just">
              <a:buNone/>
            </a:pPr>
            <a:r>
              <a:rPr lang="en-US" sz="2400" dirty="0">
                <a:latin typeface="Times New Roman" panose="02020603050405020304" pitchFamily="18" charset="0"/>
                <a:cs typeface="Times New Roman" panose="02020603050405020304" pitchFamily="18" charset="0"/>
              </a:rPr>
              <a:t>	Short-term strategic risks are risks related to the objectives for project owner's use of the project results after the project has been completed. </a:t>
            </a: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It may also mean the risk for first-order effects of the project—that is, risk for the effects that should be achieved for the target group or users.</a:t>
            </a:r>
          </a:p>
          <a:p>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B2180FA7-B6DA-EA97-FE34-F7C3583C6D3D}"/>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Short-term strategic Risks</a:t>
            </a:r>
            <a:endParaRPr lang="en-IN" sz="3600" dirty="0"/>
          </a:p>
        </p:txBody>
      </p:sp>
    </p:spTree>
    <p:extLst>
      <p:ext uri="{BB962C8B-B14F-4D97-AF65-F5344CB8AC3E}">
        <p14:creationId xmlns:p14="http://schemas.microsoft.com/office/powerpoint/2010/main" val="386522198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C528BC5-FB9E-4B7B-2195-D121C3F5AA15}"/>
              </a:ext>
            </a:extLst>
          </p:cNvPr>
          <p:cNvSpPr>
            <a:spLocks noGrp="1"/>
          </p:cNvSpPr>
          <p:nvPr>
            <p:ph idx="1"/>
          </p:nvPr>
        </p:nvSpPr>
        <p:spPr>
          <a:xfrm>
            <a:off x="1183907" y="2032310"/>
            <a:ext cx="10299337" cy="2520440"/>
          </a:xfrm>
        </p:spPr>
        <p:txBody>
          <a:bodyPr>
            <a:normAutofit/>
          </a:bodyPr>
          <a:lstStyle/>
          <a:p>
            <a:pPr algn="just"/>
            <a:r>
              <a:rPr lang="en-US" sz="2400" dirty="0">
                <a:latin typeface="Times New Roman" panose="02020603050405020304" pitchFamily="18" charset="0"/>
                <a:cs typeface="Times New Roman" panose="02020603050405020304" pitchFamily="18" charset="0"/>
              </a:rPr>
              <a:t>Risks related to long-term strategic objectives of the project—in other words, risks related to the project purpose, or, the long-term objective that the project is meant to contribute to.</a:t>
            </a:r>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B2180FA7-B6DA-EA97-FE34-F7C3583C6D3D}"/>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Long-term strategic Risks</a:t>
            </a:r>
            <a:endParaRPr lang="en-IN" sz="3600" dirty="0"/>
          </a:p>
        </p:txBody>
      </p:sp>
    </p:spTree>
    <p:extLst>
      <p:ext uri="{BB962C8B-B14F-4D97-AF65-F5344CB8AC3E}">
        <p14:creationId xmlns:p14="http://schemas.microsoft.com/office/powerpoint/2010/main" val="211727285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2180FA7-B6DA-EA97-FE34-F7C3583C6D3D}"/>
              </a:ext>
            </a:extLst>
          </p:cNvPr>
          <p:cNvSpPr>
            <a:spLocks noGrp="1"/>
          </p:cNvSpPr>
          <p:nvPr>
            <p:ph type="title"/>
          </p:nvPr>
        </p:nvSpPr>
        <p:spPr/>
        <p:txBody>
          <a:bodyPr>
            <a:normAutofit/>
          </a:bodyPr>
          <a:lstStyle/>
          <a:p>
            <a:r>
              <a:rPr lang="en-IN" sz="3600" dirty="0"/>
              <a:t>Common Project Risk</a:t>
            </a:r>
          </a:p>
        </p:txBody>
      </p:sp>
      <p:pic>
        <p:nvPicPr>
          <p:cNvPr id="4" name="Content Placeholder 3">
            <a:extLst>
              <a:ext uri="{FF2B5EF4-FFF2-40B4-BE49-F238E27FC236}">
                <a16:creationId xmlns:a16="http://schemas.microsoft.com/office/drawing/2014/main" id="{EEF86492-6FBA-65FF-40BA-DEC15760F882}"/>
              </a:ext>
            </a:extLst>
          </p:cNvPr>
          <p:cNvPicPr>
            <a:picLocks noGrp="1" noChangeAspect="1"/>
          </p:cNvPicPr>
          <p:nvPr>
            <p:ph idx="1"/>
          </p:nvPr>
        </p:nvPicPr>
        <p:blipFill>
          <a:blip r:embed="rId2"/>
          <a:stretch>
            <a:fillRect/>
          </a:stretch>
        </p:blipFill>
        <p:spPr>
          <a:xfrm>
            <a:off x="1984827" y="1520792"/>
            <a:ext cx="8217951" cy="4417995"/>
          </a:xfrm>
          <a:prstGeom prst="rect">
            <a:avLst/>
          </a:prstGeom>
        </p:spPr>
      </p:pic>
    </p:spTree>
    <p:extLst>
      <p:ext uri="{BB962C8B-B14F-4D97-AF65-F5344CB8AC3E}">
        <p14:creationId xmlns:p14="http://schemas.microsoft.com/office/powerpoint/2010/main" val="416894952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C528BC5-FB9E-4B7B-2195-D121C3F5AA15}"/>
              </a:ext>
            </a:extLst>
          </p:cNvPr>
          <p:cNvSpPr>
            <a:spLocks noGrp="1"/>
          </p:cNvSpPr>
          <p:nvPr>
            <p:ph idx="1"/>
          </p:nvPr>
        </p:nvSpPr>
        <p:spPr>
          <a:xfrm>
            <a:off x="217715" y="1175661"/>
            <a:ext cx="11727542" cy="3146082"/>
          </a:xfrm>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Operational criteria, used to evaluate whether a given risk element is long-term strategic, short-term strategic, or operational include the following:</a:t>
            </a: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The risk element is considered an operational risk when: the risk element is a risk to the project output (which should be specified in a project definition/delivery contract)—i.e., a risk to the project's ability to deliver.</a:t>
            </a:r>
          </a:p>
          <a:p>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B2180FA7-B6DA-EA97-FE34-F7C3583C6D3D}"/>
              </a:ext>
            </a:extLst>
          </p:cNvPr>
          <p:cNvSpPr>
            <a:spLocks noGrp="1"/>
          </p:cNvSpPr>
          <p:nvPr>
            <p:ph type="title"/>
          </p:nvPr>
        </p:nvSpPr>
        <p:spPr/>
        <p:txBody>
          <a:bodyPr>
            <a:normAutofit/>
          </a:bodyPr>
          <a:lstStyle/>
          <a:p>
            <a:r>
              <a:rPr kumimoji="0" lang="en-US" sz="3600"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Criteria to Categories Risk</a:t>
            </a:r>
            <a:endParaRPr lang="en-IN" sz="3600"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605518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C528BC5-FB9E-4B7B-2195-D121C3F5AA15}"/>
              </a:ext>
            </a:extLst>
          </p:cNvPr>
          <p:cNvSpPr>
            <a:spLocks noGrp="1"/>
          </p:cNvSpPr>
          <p:nvPr>
            <p:ph idx="1"/>
          </p:nvPr>
        </p:nvSpPr>
        <p:spPr>
          <a:xfrm>
            <a:off x="795231" y="2157438"/>
            <a:ext cx="10273822" cy="2106554"/>
          </a:xfrm>
        </p:spPr>
        <p:txBody>
          <a:bodyPr>
            <a:normAutofit/>
          </a:bodyPr>
          <a:lstStyle/>
          <a:p>
            <a:pPr algn="just"/>
            <a:r>
              <a:rPr lang="en-US" sz="2400" dirty="0">
                <a:latin typeface="Times New Roman" panose="02020603050405020304" pitchFamily="18" charset="0"/>
                <a:cs typeface="Times New Roman" panose="02020603050405020304" pitchFamily="18" charset="0"/>
              </a:rPr>
              <a:t>The risk element is a short-term strategic risk when: the risk element is a risk to a functionality not specified in the project definition/delivery contract, but is necessary to achieve the effects of the project (restricted to the first-order effects for the target group/users).</a:t>
            </a:r>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B2180FA7-B6DA-EA97-FE34-F7C3583C6D3D}"/>
              </a:ext>
            </a:extLst>
          </p:cNvPr>
          <p:cNvSpPr>
            <a:spLocks noGrp="1"/>
          </p:cNvSpPr>
          <p:nvPr>
            <p:ph type="title"/>
          </p:nvPr>
        </p:nvSpPr>
        <p:spPr/>
        <p:txBody>
          <a:bodyPr>
            <a:normAutofit/>
          </a:bodyPr>
          <a:lstStyle/>
          <a:p>
            <a:r>
              <a:rPr kumimoji="0" lang="en-US" sz="3600"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Criteria to Categories Risk</a:t>
            </a:r>
            <a:endParaRPr lang="en-IN" sz="3600" dirty="0"/>
          </a:p>
        </p:txBody>
      </p:sp>
    </p:spTree>
    <p:extLst>
      <p:ext uri="{BB962C8B-B14F-4D97-AF65-F5344CB8AC3E}">
        <p14:creationId xmlns:p14="http://schemas.microsoft.com/office/powerpoint/2010/main" val="222169390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C528BC5-FB9E-4B7B-2195-D121C3F5AA15}"/>
              </a:ext>
            </a:extLst>
          </p:cNvPr>
          <p:cNvSpPr>
            <a:spLocks noGrp="1"/>
          </p:cNvSpPr>
          <p:nvPr>
            <p:ph idx="1"/>
          </p:nvPr>
        </p:nvSpPr>
        <p:spPr>
          <a:xfrm>
            <a:off x="554828" y="1849430"/>
            <a:ext cx="11082344" cy="3001703"/>
          </a:xfrm>
        </p:spPr>
        <p:txBody>
          <a:bodyPr>
            <a:normAutofit/>
          </a:bodyPr>
          <a:lstStyle/>
          <a:p>
            <a:pPr algn="just"/>
            <a:r>
              <a:rPr lang="en-US" sz="2400" dirty="0">
                <a:latin typeface="Times New Roman" panose="02020603050405020304" pitchFamily="18" charset="0"/>
                <a:cs typeface="Times New Roman" panose="02020603050405020304" pitchFamily="18" charset="0"/>
              </a:rPr>
              <a:t>The risk element is a long-term strategic risk when: the risk element is a risk to achieving the long-term objectives of the project, but not a risk of the two categories mentioned above (i.e., operational or short-term strategic risk).</a:t>
            </a:r>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B2180FA7-B6DA-EA97-FE34-F7C3583C6D3D}"/>
              </a:ext>
            </a:extLst>
          </p:cNvPr>
          <p:cNvSpPr>
            <a:spLocks noGrp="1"/>
          </p:cNvSpPr>
          <p:nvPr>
            <p:ph type="title"/>
          </p:nvPr>
        </p:nvSpPr>
        <p:spPr/>
        <p:txBody>
          <a:bodyPr>
            <a:normAutofit/>
          </a:bodyPr>
          <a:lstStyle/>
          <a:p>
            <a:r>
              <a:rPr kumimoji="0" lang="en-US" sz="3600"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Criteria to Categories Risk</a:t>
            </a:r>
            <a:endParaRPr lang="en-IN" sz="3600" dirty="0"/>
          </a:p>
        </p:txBody>
      </p:sp>
    </p:spTree>
    <p:extLst>
      <p:ext uri="{BB962C8B-B14F-4D97-AF65-F5344CB8AC3E}">
        <p14:creationId xmlns:p14="http://schemas.microsoft.com/office/powerpoint/2010/main" val="29503608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Topic Objectives &amp; Outcome</a:t>
            </a:r>
            <a:endParaRPr lang="en-IN" sz="3600" dirty="0">
              <a:latin typeface="Times New Roman" panose="02020603050405020304" pitchFamily="18" charset="0"/>
              <a:cs typeface="Times New Roman" panose="02020603050405020304" pitchFamily="18" charset="0"/>
            </a:endParaRPr>
          </a:p>
        </p:txBody>
      </p:sp>
      <p:graphicFrame>
        <p:nvGraphicFramePr>
          <p:cNvPr id="2" name="Content Placeholder 1">
            <a:extLst>
              <a:ext uri="{FF2B5EF4-FFF2-40B4-BE49-F238E27FC236}">
                <a16:creationId xmlns:a16="http://schemas.microsoft.com/office/drawing/2014/main" id="{45D8A5E8-39F3-9501-3DA6-9EBDEB7C16C5}"/>
              </a:ext>
            </a:extLst>
          </p:cNvPr>
          <p:cNvGraphicFramePr>
            <a:graphicFrameLocks noGrp="1"/>
          </p:cNvGraphicFramePr>
          <p:nvPr>
            <p:ph idx="1"/>
            <p:extLst>
              <p:ext uri="{D42A27DB-BD31-4B8C-83A1-F6EECF244321}">
                <p14:modId xmlns:p14="http://schemas.microsoft.com/office/powerpoint/2010/main" val="1860455691"/>
              </p:ext>
            </p:extLst>
          </p:nvPr>
        </p:nvGraphicFramePr>
        <p:xfrm>
          <a:off x="159737" y="2100363"/>
          <a:ext cx="11728449" cy="828040"/>
        </p:xfrm>
        <a:graphic>
          <a:graphicData uri="http://schemas.openxmlformats.org/drawingml/2006/table">
            <a:tbl>
              <a:tblPr firstRow="1" bandRow="1">
                <a:tableStyleId>{21E4AEA4-8DFA-4A89-87EB-49C32662AFE0}</a:tableStyleId>
              </a:tblPr>
              <a:tblGrid>
                <a:gridCol w="1207050">
                  <a:extLst>
                    <a:ext uri="{9D8B030D-6E8A-4147-A177-3AD203B41FA5}">
                      <a16:colId xmlns:a16="http://schemas.microsoft.com/office/drawing/2014/main" val="302132799"/>
                    </a:ext>
                  </a:extLst>
                </a:gridCol>
                <a:gridCol w="6611916">
                  <a:extLst>
                    <a:ext uri="{9D8B030D-6E8A-4147-A177-3AD203B41FA5}">
                      <a16:colId xmlns:a16="http://schemas.microsoft.com/office/drawing/2014/main" val="269547605"/>
                    </a:ext>
                  </a:extLst>
                </a:gridCol>
                <a:gridCol w="3909483">
                  <a:extLst>
                    <a:ext uri="{9D8B030D-6E8A-4147-A177-3AD203B41FA5}">
                      <a16:colId xmlns:a16="http://schemas.microsoft.com/office/drawing/2014/main" val="4143155513"/>
                    </a:ext>
                  </a:extLst>
                </a:gridCol>
              </a:tblGrid>
              <a:tr h="370840">
                <a:tc>
                  <a:txBody>
                    <a:bodyPr/>
                    <a:lstStyle/>
                    <a:p>
                      <a:r>
                        <a:rPr lang="en-IN" dirty="0"/>
                        <a:t>s.no.</a:t>
                      </a:r>
                    </a:p>
                  </a:txBody>
                  <a:tcPr/>
                </a:tc>
                <a:tc>
                  <a:txBody>
                    <a:bodyPr/>
                    <a:lstStyle/>
                    <a:p>
                      <a:r>
                        <a:rPr lang="en-IN" dirty="0"/>
                        <a:t>topic</a:t>
                      </a:r>
                    </a:p>
                  </a:txBody>
                  <a:tcPr/>
                </a:tc>
                <a:tc>
                  <a:txBody>
                    <a:bodyPr/>
                    <a:lstStyle/>
                    <a:p>
                      <a:r>
                        <a:rPr lang="en-IN" dirty="0"/>
                        <a:t>outcomes</a:t>
                      </a:r>
                    </a:p>
                  </a:txBody>
                  <a:tcPr/>
                </a:tc>
                <a:extLst>
                  <a:ext uri="{0D108BD9-81ED-4DB2-BD59-A6C34878D82A}">
                    <a16:rowId xmlns:a16="http://schemas.microsoft.com/office/drawing/2014/main" val="2362055284"/>
                  </a:ext>
                </a:extLst>
              </a:tr>
              <a:tr h="370840">
                <a:tc>
                  <a:txBody>
                    <a:bodyPr/>
                    <a:lstStyle/>
                    <a:p>
                      <a:r>
                        <a:rPr lang="en-IN"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To identify the project risk.</a:t>
                      </a:r>
                    </a:p>
                  </a:txBody>
                  <a:tcPr/>
                </a:tc>
                <a:tc>
                  <a:txBody>
                    <a:bodyPr/>
                    <a:lstStyle/>
                    <a:p>
                      <a:r>
                        <a:rPr lang="en-IN" dirty="0"/>
                        <a:t>CO2</a:t>
                      </a:r>
                    </a:p>
                  </a:txBody>
                  <a:tcPr/>
                </a:tc>
                <a:extLst>
                  <a:ext uri="{0D108BD9-81ED-4DB2-BD59-A6C34878D82A}">
                    <a16:rowId xmlns:a16="http://schemas.microsoft.com/office/drawing/2014/main" val="4245947266"/>
                  </a:ext>
                </a:extLst>
              </a:tr>
            </a:tbl>
          </a:graphicData>
        </a:graphic>
      </p:graphicFrame>
      <p:graphicFrame>
        <p:nvGraphicFramePr>
          <p:cNvPr id="4" name="Table 3">
            <a:extLst>
              <a:ext uri="{FF2B5EF4-FFF2-40B4-BE49-F238E27FC236}">
                <a16:creationId xmlns:a16="http://schemas.microsoft.com/office/drawing/2014/main" id="{5A3F5590-0CA6-002D-E8E4-6C734373E58D}"/>
              </a:ext>
            </a:extLst>
          </p:cNvPr>
          <p:cNvGraphicFramePr>
            <a:graphicFrameLocks noGrp="1"/>
          </p:cNvGraphicFramePr>
          <p:nvPr>
            <p:extLst>
              <p:ext uri="{D42A27DB-BD31-4B8C-83A1-F6EECF244321}">
                <p14:modId xmlns:p14="http://schemas.microsoft.com/office/powerpoint/2010/main" val="734314245"/>
              </p:ext>
            </p:extLst>
          </p:nvPr>
        </p:nvGraphicFramePr>
        <p:xfrm>
          <a:off x="159736" y="2928403"/>
          <a:ext cx="11728449" cy="457200"/>
        </p:xfrm>
        <a:graphic>
          <a:graphicData uri="http://schemas.openxmlformats.org/drawingml/2006/table">
            <a:tbl>
              <a:tblPr firstRow="1" bandRow="1">
                <a:tableStyleId>{21E4AEA4-8DFA-4A89-87EB-49C32662AFE0}</a:tableStyleId>
              </a:tblPr>
              <a:tblGrid>
                <a:gridCol w="1168549">
                  <a:extLst>
                    <a:ext uri="{9D8B030D-6E8A-4147-A177-3AD203B41FA5}">
                      <a16:colId xmlns:a16="http://schemas.microsoft.com/office/drawing/2014/main" val="2207236791"/>
                    </a:ext>
                  </a:extLst>
                </a:gridCol>
                <a:gridCol w="6650417">
                  <a:extLst>
                    <a:ext uri="{9D8B030D-6E8A-4147-A177-3AD203B41FA5}">
                      <a16:colId xmlns:a16="http://schemas.microsoft.com/office/drawing/2014/main" val="3708720918"/>
                    </a:ext>
                  </a:extLst>
                </a:gridCol>
                <a:gridCol w="3909483">
                  <a:extLst>
                    <a:ext uri="{9D8B030D-6E8A-4147-A177-3AD203B41FA5}">
                      <a16:colId xmlns:a16="http://schemas.microsoft.com/office/drawing/2014/main" val="625094456"/>
                    </a:ext>
                  </a:extLst>
                </a:gridCol>
              </a:tblGrid>
              <a:tr h="370840">
                <a:tc>
                  <a:txBody>
                    <a:bodyPr/>
                    <a:lstStyle/>
                    <a:p>
                      <a:r>
                        <a:rPr lang="en-IN"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To do the Risks Analysis of projects</a:t>
                      </a:r>
                    </a:p>
                  </a:txBody>
                  <a:tcPr/>
                </a:tc>
                <a:tc>
                  <a:txBody>
                    <a:bodyPr/>
                    <a:lstStyle/>
                    <a:p>
                      <a:r>
                        <a:rPr lang="en-IN" dirty="0"/>
                        <a:t>C02</a:t>
                      </a:r>
                    </a:p>
                  </a:txBody>
                  <a:tcPr/>
                </a:tc>
                <a:extLst>
                  <a:ext uri="{0D108BD9-81ED-4DB2-BD59-A6C34878D82A}">
                    <a16:rowId xmlns:a16="http://schemas.microsoft.com/office/drawing/2014/main" val="3226414761"/>
                  </a:ext>
                </a:extLst>
              </a:tr>
            </a:tbl>
          </a:graphicData>
        </a:graphic>
      </p:graphicFrame>
    </p:spTree>
    <p:extLst>
      <p:ext uri="{BB962C8B-B14F-4D97-AF65-F5344CB8AC3E}">
        <p14:creationId xmlns:p14="http://schemas.microsoft.com/office/powerpoint/2010/main" val="165402263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C528BC5-FB9E-4B7B-2195-D121C3F5AA15}"/>
              </a:ext>
            </a:extLst>
          </p:cNvPr>
          <p:cNvSpPr>
            <a:spLocks noGrp="1"/>
          </p:cNvSpPr>
          <p:nvPr>
            <p:ph idx="1"/>
          </p:nvPr>
        </p:nvSpPr>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The risk identification function should not be left to chance but should be explicitly covered in a number of project documents:</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Statement of work (SOW),</a:t>
            </a:r>
          </a:p>
          <a:p>
            <a:pPr algn="just"/>
            <a:r>
              <a:rPr lang="en-US" sz="2400" dirty="0">
                <a:latin typeface="Times New Roman" panose="02020603050405020304" pitchFamily="18" charset="0"/>
                <a:cs typeface="Times New Roman" panose="02020603050405020304" pitchFamily="18" charset="0"/>
              </a:rPr>
              <a:t>Work breakdown structure (WBS),</a:t>
            </a:r>
          </a:p>
          <a:p>
            <a:pPr algn="just"/>
            <a:r>
              <a:rPr lang="en-US" sz="2400" dirty="0">
                <a:latin typeface="Times New Roman" panose="02020603050405020304" pitchFamily="18" charset="0"/>
                <a:cs typeface="Times New Roman" panose="02020603050405020304" pitchFamily="18" charset="0"/>
              </a:rPr>
              <a:t>Budget,</a:t>
            </a:r>
          </a:p>
          <a:p>
            <a:pPr algn="just"/>
            <a:r>
              <a:rPr lang="en-US" sz="2400" dirty="0">
                <a:latin typeface="Times New Roman" panose="02020603050405020304" pitchFamily="18" charset="0"/>
                <a:cs typeface="Times New Roman" panose="02020603050405020304" pitchFamily="18" charset="0"/>
              </a:rPr>
              <a:t>Schedule,</a:t>
            </a:r>
          </a:p>
          <a:p>
            <a:pPr algn="just"/>
            <a:r>
              <a:rPr lang="en-US" sz="2400" dirty="0">
                <a:latin typeface="Times New Roman" panose="02020603050405020304" pitchFamily="18" charset="0"/>
                <a:cs typeface="Times New Roman" panose="02020603050405020304" pitchFamily="18" charset="0"/>
              </a:rPr>
              <a:t>Acquisition plan, and</a:t>
            </a:r>
          </a:p>
          <a:p>
            <a:pPr algn="just"/>
            <a:r>
              <a:rPr lang="en-US" sz="2400" dirty="0">
                <a:latin typeface="Times New Roman" panose="02020603050405020304" pitchFamily="18" charset="0"/>
                <a:cs typeface="Times New Roman" panose="02020603050405020304" pitchFamily="18" charset="0"/>
              </a:rPr>
              <a:t>Execution plan.</a:t>
            </a:r>
          </a:p>
          <a:p>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B2180FA7-B6DA-EA97-FE34-F7C3583C6D3D}"/>
              </a:ext>
            </a:extLst>
          </p:cNvPr>
          <p:cNvSpPr>
            <a:spLocks noGrp="1"/>
          </p:cNvSpPr>
          <p:nvPr>
            <p:ph type="title"/>
          </p:nvPr>
        </p:nvSpPr>
        <p:spPr/>
        <p:txBody>
          <a:bodyPr>
            <a:normAutofit/>
          </a:bodyPr>
          <a:lstStyle/>
          <a:p>
            <a:r>
              <a:rPr lang="en-US" sz="3600" dirty="0">
                <a:solidFill>
                  <a:srgbClr val="C00000"/>
                </a:solidFill>
                <a:latin typeface="Times New Roman" panose="02020603050405020304" pitchFamily="18" charset="0"/>
                <a:cs typeface="Times New Roman" panose="02020603050405020304" pitchFamily="18" charset="0"/>
              </a:rPr>
              <a:t>Risk Identification &amp; Analysis</a:t>
            </a:r>
            <a:endParaRPr lang="en-IN" sz="3600"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927090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C528BC5-FB9E-4B7B-2195-D121C3F5AA15}"/>
              </a:ext>
            </a:extLst>
          </p:cNvPr>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The full project team should be actively involved.</a:t>
            </a:r>
          </a:p>
          <a:p>
            <a:pPr algn="just"/>
            <a:r>
              <a:rPr lang="en-US" sz="2400" dirty="0">
                <a:latin typeface="Times New Roman" panose="02020603050405020304" pitchFamily="18" charset="0"/>
                <a:cs typeface="Times New Roman" panose="02020603050405020304" pitchFamily="18" charset="0"/>
              </a:rPr>
              <a:t>Potential risks should be identified by all members of the project team.</a:t>
            </a:r>
          </a:p>
          <a:p>
            <a:pPr algn="just"/>
            <a:r>
              <a:rPr lang="en-US" sz="2400" dirty="0">
                <a:latin typeface="Times New Roman" panose="02020603050405020304" pitchFamily="18" charset="0"/>
                <a:cs typeface="Times New Roman" panose="02020603050405020304" pitchFamily="18" charset="0"/>
              </a:rPr>
              <a:t>No criticism of any suggestion is permitted.</a:t>
            </a:r>
          </a:p>
          <a:p>
            <a:pPr algn="just"/>
            <a:r>
              <a:rPr lang="en-US" sz="2400" dirty="0">
                <a:latin typeface="Times New Roman" panose="02020603050405020304" pitchFamily="18" charset="0"/>
                <a:cs typeface="Times New Roman" panose="02020603050405020304" pitchFamily="18" charset="0"/>
              </a:rPr>
              <a:t>Any potential risk identified by anyone should be recorded, regardless of whether other members of the group consider it to be significant.</a:t>
            </a:r>
          </a:p>
          <a:p>
            <a:pPr algn="just"/>
            <a:r>
              <a:rPr lang="en-US" sz="2400" dirty="0">
                <a:latin typeface="Times New Roman" panose="02020603050405020304" pitchFamily="18" charset="0"/>
                <a:cs typeface="Times New Roman" panose="02020603050405020304" pitchFamily="18" charset="0"/>
              </a:rPr>
              <a:t>All potential risks identified by brainstorming should be documented and followed up by the integrated project team.</a:t>
            </a:r>
          </a:p>
          <a:p>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B2180FA7-B6DA-EA97-FE34-F7C3583C6D3D}"/>
              </a:ext>
            </a:extLst>
          </p:cNvPr>
          <p:cNvSpPr>
            <a:spLocks noGrp="1"/>
          </p:cNvSpPr>
          <p:nvPr>
            <p:ph type="title"/>
          </p:nvPr>
        </p:nvSpPr>
        <p:spPr/>
        <p:txBody>
          <a:bodyPr>
            <a:normAutofit/>
          </a:bodyPr>
          <a:lstStyle/>
          <a:p>
            <a:r>
              <a:rPr lang="en-US" sz="3600" dirty="0">
                <a:solidFill>
                  <a:srgbClr val="C00000"/>
                </a:solidFill>
                <a:latin typeface="Times New Roman" panose="02020603050405020304" pitchFamily="18" charset="0"/>
                <a:cs typeface="Times New Roman" panose="02020603050405020304" pitchFamily="18" charset="0"/>
              </a:rPr>
              <a:t>Risk Identification &amp; Analysis</a:t>
            </a:r>
            <a:endParaRPr lang="en-IN" sz="3600"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726421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C528BC5-FB9E-4B7B-2195-D121C3F5AA15}"/>
              </a:ext>
            </a:extLst>
          </p:cNvPr>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Step 1: Make a List</a:t>
            </a:r>
          </a:p>
          <a:p>
            <a:pPr algn="just"/>
            <a:r>
              <a:rPr lang="en-US" sz="2400" dirty="0">
                <a:latin typeface="Times New Roman" panose="02020603050405020304" pitchFamily="18" charset="0"/>
                <a:cs typeface="Times New Roman" panose="02020603050405020304" pitchFamily="18" charset="0"/>
              </a:rPr>
              <a:t>Steps 2 &amp; 3: Determine the Probability of Risk Occurrence and Negative Impact.</a:t>
            </a:r>
          </a:p>
          <a:p>
            <a:pPr algn="just"/>
            <a:r>
              <a:rPr lang="en-US" sz="2400" dirty="0">
                <a:latin typeface="Times New Roman" panose="02020603050405020304" pitchFamily="18" charset="0"/>
                <a:cs typeface="Times New Roman" panose="02020603050405020304" pitchFamily="18" charset="0"/>
              </a:rPr>
              <a:t>Step 4: Prevent or Mitigate the Risk</a:t>
            </a:r>
          </a:p>
          <a:p>
            <a:pPr algn="just"/>
            <a:r>
              <a:rPr lang="en-US" sz="2400" dirty="0">
                <a:latin typeface="Times New Roman" panose="02020603050405020304" pitchFamily="18" charset="0"/>
                <a:cs typeface="Times New Roman" panose="02020603050405020304" pitchFamily="18" charset="0"/>
              </a:rPr>
              <a:t>Step 5: Consider Contingencies</a:t>
            </a:r>
          </a:p>
          <a:p>
            <a:pPr algn="just"/>
            <a:r>
              <a:rPr lang="en-US" sz="2400" dirty="0">
                <a:latin typeface="Times New Roman" panose="02020603050405020304" pitchFamily="18" charset="0"/>
                <a:cs typeface="Times New Roman" panose="02020603050405020304" pitchFamily="18" charset="0"/>
              </a:rPr>
              <a:t>Step 6: Establish the Trigger Point</a:t>
            </a:r>
          </a:p>
          <a:p>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B2180FA7-B6DA-EA97-FE34-F7C3583C6D3D}"/>
              </a:ext>
            </a:extLst>
          </p:cNvPr>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Six Steps Process</a:t>
            </a:r>
          </a:p>
        </p:txBody>
      </p:sp>
    </p:spTree>
    <p:extLst>
      <p:ext uri="{BB962C8B-B14F-4D97-AF65-F5344CB8AC3E}">
        <p14:creationId xmlns:p14="http://schemas.microsoft.com/office/powerpoint/2010/main" val="150218884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C528BC5-FB9E-4B7B-2195-D121C3F5AA15}"/>
              </a:ext>
            </a:extLst>
          </p:cNvPr>
          <p:cNvSpPr>
            <a:spLocks noGrp="1"/>
          </p:cNvSpPr>
          <p:nvPr>
            <p:ph idx="1"/>
          </p:nvPr>
        </p:nvSpPr>
        <p:spPr/>
        <p:txBody>
          <a:bodyPr>
            <a:normAutofit/>
          </a:bodyPr>
          <a:lstStyle/>
          <a:p>
            <a:pPr algn="just"/>
            <a:r>
              <a:rPr lang="en-US" sz="2400" b="1" dirty="0">
                <a:latin typeface="Times New Roman" panose="02020603050405020304" pitchFamily="18" charset="0"/>
                <a:cs typeface="Times New Roman" panose="02020603050405020304" pitchFamily="18" charset="0"/>
              </a:rPr>
              <a:t>Brainstorm. </a:t>
            </a:r>
            <a:r>
              <a:rPr lang="en-US" sz="2400" dirty="0">
                <a:latin typeface="Times New Roman" panose="02020603050405020304" pitchFamily="18" charset="0"/>
                <a:cs typeface="Times New Roman" panose="02020603050405020304" pitchFamily="18" charset="0"/>
              </a:rPr>
              <a:t>Making a list of potential risks to the project should not be an analysis but a formal brainstorming session, when all ideas are captured.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Involve everyone.</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Take a </a:t>
            </a:r>
            <a:r>
              <a:rPr lang="en-US" sz="2400" b="1" dirty="0">
                <a:latin typeface="Times New Roman" panose="02020603050405020304" pitchFamily="18" charset="0"/>
                <a:cs typeface="Times New Roman" panose="02020603050405020304" pitchFamily="18" charset="0"/>
              </a:rPr>
              <a:t>holistic approach </a:t>
            </a:r>
            <a:r>
              <a:rPr lang="en-US" sz="2400" dirty="0">
                <a:latin typeface="Times New Roman" panose="02020603050405020304" pitchFamily="18" charset="0"/>
                <a:cs typeface="Times New Roman" panose="02020603050405020304" pitchFamily="18" charset="0"/>
              </a:rPr>
              <a:t>to establishing the list, as all types of risks will need to be identified and dealt with accordingly.</a:t>
            </a:r>
          </a:p>
          <a:p>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B2180FA7-B6DA-EA97-FE34-F7C3583C6D3D}"/>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Step 1: Make a List</a:t>
            </a:r>
            <a:endParaRPr lang="en-IN" sz="3600" dirty="0"/>
          </a:p>
        </p:txBody>
      </p:sp>
    </p:spTree>
    <p:extLst>
      <p:ext uri="{BB962C8B-B14F-4D97-AF65-F5344CB8AC3E}">
        <p14:creationId xmlns:p14="http://schemas.microsoft.com/office/powerpoint/2010/main" val="250410373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2180FA7-B6DA-EA97-FE34-F7C3583C6D3D}"/>
              </a:ext>
            </a:extLst>
          </p:cNvPr>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Step 2 &amp; step 3</a:t>
            </a:r>
          </a:p>
        </p:txBody>
      </p:sp>
      <p:sp>
        <p:nvSpPr>
          <p:cNvPr id="4" name="Content Placeholder 8">
            <a:extLst>
              <a:ext uri="{FF2B5EF4-FFF2-40B4-BE49-F238E27FC236}">
                <a16:creationId xmlns:a16="http://schemas.microsoft.com/office/drawing/2014/main" id="{AD97F38B-2033-DF21-A9DC-207B796F1BE9}"/>
              </a:ext>
            </a:extLst>
          </p:cNvPr>
          <p:cNvSpPr>
            <a:spLocks noGrp="1"/>
          </p:cNvSpPr>
          <p:nvPr>
            <p:ph idx="1"/>
          </p:nvPr>
        </p:nvSpPr>
        <p:spPr>
          <a:xfrm>
            <a:off x="217488" y="1176338"/>
            <a:ext cx="11728450" cy="5000625"/>
          </a:xfrm>
        </p:spPr>
        <p:txBody>
          <a:bodyPr>
            <a:normAutofit/>
          </a:bodyPr>
          <a:lstStyle/>
          <a:p>
            <a:pPr algn="just"/>
            <a:r>
              <a:rPr lang="en-US" sz="2400" dirty="0">
                <a:latin typeface="Times New Roman" panose="02020603050405020304" pitchFamily="18" charset="0"/>
                <a:cs typeface="Times New Roman" panose="02020603050405020304" pitchFamily="18" charset="0"/>
              </a:rPr>
              <a:t>If the risk becomes a reality, how badly will it damage the project? This is the next question that needs to be asked and answered. </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If the risk becomes reality, how will it affect the budget, schedule, resource utilization, scope of work, and so on? The output of steps 2 and 3 results in a list of potential risks with corresponding values for probability and negative impact.</a:t>
            </a:r>
          </a:p>
          <a:p>
            <a:pPr algn="just"/>
            <a:endParaRPr lang="en-US" sz="2400" b="1"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ADED744-EAE1-DBF7-99FE-DD68C9679B82}"/>
              </a:ext>
            </a:extLst>
          </p:cNvPr>
          <p:cNvPicPr>
            <a:picLocks noChangeAspect="1"/>
          </p:cNvPicPr>
          <p:nvPr/>
        </p:nvPicPr>
        <p:blipFill>
          <a:blip r:embed="rId2"/>
          <a:stretch>
            <a:fillRect/>
          </a:stretch>
        </p:blipFill>
        <p:spPr>
          <a:xfrm>
            <a:off x="3794362" y="3869973"/>
            <a:ext cx="4675870" cy="2126565"/>
          </a:xfrm>
          <a:prstGeom prst="rect">
            <a:avLst/>
          </a:prstGeom>
          <a:ln>
            <a:solidFill>
              <a:schemeClr val="accent1"/>
            </a:solidFill>
          </a:ln>
        </p:spPr>
      </p:pic>
    </p:spTree>
    <p:extLst>
      <p:ext uri="{BB962C8B-B14F-4D97-AF65-F5344CB8AC3E}">
        <p14:creationId xmlns:p14="http://schemas.microsoft.com/office/powerpoint/2010/main" val="173389558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2180FA7-B6DA-EA97-FE34-F7C3583C6D3D}"/>
              </a:ext>
            </a:extLst>
          </p:cNvPr>
          <p:cNvSpPr>
            <a:spLocks noGrp="1"/>
          </p:cNvSpPr>
          <p:nvPr>
            <p:ph type="title"/>
          </p:nvPr>
        </p:nvSpPr>
        <p:spPr/>
        <p:txBody>
          <a:bodyPr/>
          <a:lstStyle/>
          <a:p>
            <a:r>
              <a:rPr lang="en-IN" dirty="0"/>
              <a:t>Step 2 &amp; step 3</a:t>
            </a:r>
          </a:p>
        </p:txBody>
      </p:sp>
      <p:sp>
        <p:nvSpPr>
          <p:cNvPr id="4" name="Content Placeholder 8">
            <a:extLst>
              <a:ext uri="{FF2B5EF4-FFF2-40B4-BE49-F238E27FC236}">
                <a16:creationId xmlns:a16="http://schemas.microsoft.com/office/drawing/2014/main" id="{5CE1735D-B090-DC8C-12B7-F76E2764A523}"/>
              </a:ext>
            </a:extLst>
          </p:cNvPr>
          <p:cNvSpPr>
            <a:spLocks noGrp="1"/>
          </p:cNvSpPr>
          <p:nvPr>
            <p:ph idx="1"/>
          </p:nvPr>
        </p:nvSpPr>
        <p:spPr>
          <a:xfrm>
            <a:off x="217488" y="1176338"/>
            <a:ext cx="11728450" cy="5000625"/>
          </a:xfrm>
        </p:spPr>
        <p:txBody>
          <a:bodyPr>
            <a:normAutofit/>
          </a:bodyPr>
          <a:lstStyle/>
          <a:p>
            <a:pPr algn="just"/>
            <a:r>
              <a:rPr lang="en-US" sz="2400" dirty="0">
                <a:latin typeface="Times New Roman" panose="02020603050405020304" pitchFamily="18" charset="0"/>
                <a:cs typeface="Times New Roman" panose="02020603050405020304" pitchFamily="18" charset="0"/>
              </a:rPr>
              <a:t>The probability scale can be based on a range of 1 through 10, with 1 representing unlikely and 10 being very likely. Negative impact can be represented by the same scale or in budgetary impact:</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D6EC536-B654-F1DD-334D-F5E96AB56F98}"/>
              </a:ext>
            </a:extLst>
          </p:cNvPr>
          <p:cNvPicPr>
            <a:picLocks noChangeAspect="1"/>
          </p:cNvPicPr>
          <p:nvPr/>
        </p:nvPicPr>
        <p:blipFill>
          <a:blip r:embed="rId2"/>
          <a:stretch>
            <a:fillRect/>
          </a:stretch>
        </p:blipFill>
        <p:spPr>
          <a:xfrm>
            <a:off x="1752442" y="3352800"/>
            <a:ext cx="5791358" cy="1701211"/>
          </a:xfrm>
          <a:prstGeom prst="rect">
            <a:avLst/>
          </a:prstGeom>
          <a:solidFill>
            <a:schemeClr val="bg1"/>
          </a:solidFill>
          <a:ln>
            <a:solidFill>
              <a:schemeClr val="accent1"/>
            </a:solidFill>
          </a:ln>
        </p:spPr>
      </p:pic>
    </p:spTree>
    <p:extLst>
      <p:ext uri="{BB962C8B-B14F-4D97-AF65-F5344CB8AC3E}">
        <p14:creationId xmlns:p14="http://schemas.microsoft.com/office/powerpoint/2010/main" val="122789688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C528BC5-FB9E-4B7B-2195-D121C3F5AA15}"/>
              </a:ext>
            </a:extLst>
          </p:cNvPr>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Some risks can be prevented; others can only be mitigated. Earthquakes or the retirement of an important stakeholder, for instance, cannot be prevented.</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Kill the risk before it has a chance to grow and flourish, and you won’t have to deal with it again.</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For example, if a vendor or supplier is targeted for your project and one of your team members has had previous dealings with the company and was not impressed, he will inform you that the supplier’s material deliveries are frequently late and often rejected. Assuming that the supplier is not a sole source (your only choice), you can prevent the risk by finding an alternate supplier that is more reliable.</a:t>
            </a: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B2180FA7-B6DA-EA97-FE34-F7C3583C6D3D}"/>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Step 4: Prevent or Mitigate the Risk</a:t>
            </a:r>
            <a:endParaRPr lang="en-IN" sz="3600" dirty="0"/>
          </a:p>
        </p:txBody>
      </p:sp>
    </p:spTree>
    <p:extLst>
      <p:ext uri="{BB962C8B-B14F-4D97-AF65-F5344CB8AC3E}">
        <p14:creationId xmlns:p14="http://schemas.microsoft.com/office/powerpoint/2010/main" val="83104380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2180FA7-B6DA-EA97-FE34-F7C3583C6D3D}"/>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Step 5: Consider Contingencies</a:t>
            </a:r>
            <a:endParaRPr lang="en-IN" sz="3600" dirty="0"/>
          </a:p>
        </p:txBody>
      </p:sp>
      <p:sp>
        <p:nvSpPr>
          <p:cNvPr id="4" name="Content Placeholder 8">
            <a:extLst>
              <a:ext uri="{FF2B5EF4-FFF2-40B4-BE49-F238E27FC236}">
                <a16:creationId xmlns:a16="http://schemas.microsoft.com/office/drawing/2014/main" id="{2279CC6D-A541-84B8-6D3D-C9C00E8C915C}"/>
              </a:ext>
            </a:extLst>
          </p:cNvPr>
          <p:cNvSpPr txBox="1">
            <a:spLocks/>
          </p:cNvSpPr>
          <p:nvPr/>
        </p:nvSpPr>
        <p:spPr>
          <a:xfrm>
            <a:off x="380999" y="1295400"/>
            <a:ext cx="11313695" cy="4787766"/>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latin typeface="Times New Roman" panose="02020603050405020304" pitchFamily="18" charset="0"/>
                <a:cs typeface="Times New Roman" panose="02020603050405020304" pitchFamily="18" charset="0"/>
              </a:rPr>
              <a:t>Contingencies represent the specific actions that will be taken if the risk occurs. </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Here, you answer the question “If the risk becomes reality, what will we do”?</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For example, if acceptance testing for a supplier’s widgets has been identified as medium to high risk and a test failure occurs, an appropriate contingency might be to supply engineering support at the vendor’s expense. Another contingency might be to switch to another predetermined vendor if he has widgets in stock.</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If the risk is a high priority (high probability, high negative impact) you will want to identify multiple contingencies. </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If the risk falls in the middle range of the prioritization scale, you should establish at least one contingency.</a:t>
            </a:r>
          </a:p>
        </p:txBody>
      </p:sp>
    </p:spTree>
    <p:extLst>
      <p:ext uri="{BB962C8B-B14F-4D97-AF65-F5344CB8AC3E}">
        <p14:creationId xmlns:p14="http://schemas.microsoft.com/office/powerpoint/2010/main" val="99716574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2180FA7-B6DA-EA97-FE34-F7C3583C6D3D}"/>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Step 6: Establish the Trigger Point</a:t>
            </a:r>
            <a:endParaRPr lang="en-IN" sz="3600" dirty="0"/>
          </a:p>
        </p:txBody>
      </p:sp>
      <p:sp>
        <p:nvSpPr>
          <p:cNvPr id="4" name="Content Placeholder 8">
            <a:extLst>
              <a:ext uri="{FF2B5EF4-FFF2-40B4-BE49-F238E27FC236}">
                <a16:creationId xmlns:a16="http://schemas.microsoft.com/office/drawing/2014/main" id="{8BEE61DD-F445-202E-CC86-271A083FE353}"/>
              </a:ext>
            </a:extLst>
          </p:cNvPr>
          <p:cNvSpPr>
            <a:spLocks noGrp="1"/>
          </p:cNvSpPr>
          <p:nvPr>
            <p:ph idx="1"/>
          </p:nvPr>
        </p:nvSpPr>
        <p:spPr>
          <a:xfrm>
            <a:off x="217488" y="1176338"/>
            <a:ext cx="11728450" cy="5000625"/>
          </a:xfrm>
        </p:spPr>
        <p:txBody>
          <a:bodyPr>
            <a:normAutofit/>
          </a:bodyPr>
          <a:lstStyle/>
          <a:p>
            <a:pPr algn="just"/>
            <a:r>
              <a:rPr lang="en-US" sz="2400" dirty="0">
                <a:latin typeface="Times New Roman" panose="02020603050405020304" pitchFamily="18" charset="0"/>
                <a:cs typeface="Times New Roman" panose="02020603050405020304" pitchFamily="18" charset="0"/>
              </a:rPr>
              <a:t>The trigger point is the point at which the risk becomes enough of a reality that the project manager needs to trigger the contingency.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trigger point is often the most important element of the project risk plan. There is a direct relationship between the trigger point and the contingencies.</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Trigger too soon and you will probably spend time, effort, or money for no good reason. Trigger too late and you may end up experiencing the full impact of the occurrence, with little value added by implementing the contingency. </a:t>
            </a:r>
          </a:p>
        </p:txBody>
      </p:sp>
    </p:spTree>
    <p:extLst>
      <p:ext uri="{BB962C8B-B14F-4D97-AF65-F5344CB8AC3E}">
        <p14:creationId xmlns:p14="http://schemas.microsoft.com/office/powerpoint/2010/main" val="297097683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2180FA7-B6DA-EA97-FE34-F7C3583C6D3D}"/>
              </a:ext>
            </a:extLst>
          </p:cNvPr>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Risk Screening</a:t>
            </a:r>
          </a:p>
        </p:txBody>
      </p:sp>
      <p:pic>
        <p:nvPicPr>
          <p:cNvPr id="4" name="Picture 2">
            <a:extLst>
              <a:ext uri="{FF2B5EF4-FFF2-40B4-BE49-F238E27FC236}">
                <a16:creationId xmlns:a16="http://schemas.microsoft.com/office/drawing/2014/main" id="{FD83AF81-5DD3-6EF8-9132-CC223866E809}"/>
              </a:ext>
            </a:extLst>
          </p:cNvPr>
          <p:cNvPicPr>
            <a:picLocks noGrp="1" noChangeAspect="1" noChangeArrowheads="1"/>
          </p:cNvPicPr>
          <p:nvPr>
            <p:ph idx="1"/>
          </p:nvPr>
        </p:nvPicPr>
        <p:blipFill>
          <a:blip r:embed="rId2"/>
          <a:srcRect/>
          <a:stretch>
            <a:fillRect/>
          </a:stretch>
        </p:blipFill>
        <p:spPr bwMode="auto">
          <a:xfrm>
            <a:off x="1501541" y="1530417"/>
            <a:ext cx="8749364" cy="4138863"/>
          </a:xfrm>
          <a:prstGeom prst="rect">
            <a:avLst/>
          </a:prstGeom>
          <a:noFill/>
          <a:ln w="9525">
            <a:noFill/>
            <a:miter lim="800000"/>
            <a:headEnd/>
            <a:tailEnd/>
          </a:ln>
          <a:effectLst/>
        </p:spPr>
      </p:pic>
    </p:spTree>
    <p:extLst>
      <p:ext uri="{BB962C8B-B14F-4D97-AF65-F5344CB8AC3E}">
        <p14:creationId xmlns:p14="http://schemas.microsoft.com/office/powerpoint/2010/main" val="105854201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2180FA7-B6DA-EA97-FE34-F7C3583C6D3D}"/>
              </a:ext>
            </a:extLst>
          </p:cNvPr>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Risk Matrix</a:t>
            </a:r>
          </a:p>
        </p:txBody>
      </p:sp>
      <p:sp>
        <p:nvSpPr>
          <p:cNvPr id="4" name="Content Placeholder 2">
            <a:extLst>
              <a:ext uri="{FF2B5EF4-FFF2-40B4-BE49-F238E27FC236}">
                <a16:creationId xmlns:a16="http://schemas.microsoft.com/office/drawing/2014/main" id="{F82DCEC3-B826-15E9-C89C-48085E0FB9C6}"/>
              </a:ext>
            </a:extLst>
          </p:cNvPr>
          <p:cNvSpPr>
            <a:spLocks noGrp="1"/>
          </p:cNvSpPr>
          <p:nvPr>
            <p:ph idx="1"/>
          </p:nvPr>
        </p:nvSpPr>
        <p:spPr>
          <a:xfrm>
            <a:off x="217488" y="1176338"/>
            <a:ext cx="11728450" cy="5000625"/>
          </a:xfrm>
        </p:spPr>
        <p:txBody>
          <a:bodyPr>
            <a:normAutofit lnSpcReduction="10000"/>
          </a:bodyPr>
          <a:lstStyle/>
          <a:p>
            <a:pPr algn="just"/>
            <a:r>
              <a:rPr lang="en-US" sz="2400" dirty="0">
                <a:latin typeface="Times New Roman" panose="02020603050405020304" pitchFamily="18" charset="0"/>
                <a:cs typeface="Times New Roman" panose="02020603050405020304" pitchFamily="18" charset="0"/>
              </a:rPr>
              <a:t>A useful tool when managing many risks across projects is the standard risk matrix. </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Once the threats have been plotted onto the risk matrix, an H-M-L prioritization can be applied where the highest priority risks are positioned toward the upper right corner and lower priority ones toward the lower left. </a:t>
            </a:r>
          </a:p>
          <a:p>
            <a:pPr algn="just"/>
            <a:endParaRPr lang="en-US" sz="24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A80ABDC-C058-B834-F04F-40EDE9D07D59}"/>
              </a:ext>
            </a:extLst>
          </p:cNvPr>
          <p:cNvPicPr>
            <a:picLocks noChangeAspect="1"/>
          </p:cNvPicPr>
          <p:nvPr/>
        </p:nvPicPr>
        <p:blipFill>
          <a:blip r:embed="rId2"/>
          <a:stretch>
            <a:fillRect/>
          </a:stretch>
        </p:blipFill>
        <p:spPr>
          <a:xfrm>
            <a:off x="3519637" y="1549667"/>
            <a:ext cx="4912093" cy="3272590"/>
          </a:xfrm>
          <a:prstGeom prst="rect">
            <a:avLst/>
          </a:prstGeom>
        </p:spPr>
      </p:pic>
    </p:spTree>
    <p:extLst>
      <p:ext uri="{BB962C8B-B14F-4D97-AF65-F5344CB8AC3E}">
        <p14:creationId xmlns:p14="http://schemas.microsoft.com/office/powerpoint/2010/main" val="421540024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2180FA7-B6DA-EA97-FE34-F7C3583C6D3D}"/>
              </a:ext>
            </a:extLst>
          </p:cNvPr>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Risk Register</a:t>
            </a:r>
          </a:p>
        </p:txBody>
      </p:sp>
      <p:sp>
        <p:nvSpPr>
          <p:cNvPr id="5" name="Content Placeholder 2">
            <a:extLst>
              <a:ext uri="{FF2B5EF4-FFF2-40B4-BE49-F238E27FC236}">
                <a16:creationId xmlns:a16="http://schemas.microsoft.com/office/drawing/2014/main" id="{D59B8E26-6F22-D8B8-CB82-98395DD7065D}"/>
              </a:ext>
            </a:extLst>
          </p:cNvPr>
          <p:cNvSpPr>
            <a:spLocks noGrp="1"/>
          </p:cNvSpPr>
          <p:nvPr>
            <p:ph idx="1"/>
          </p:nvPr>
        </p:nvSpPr>
        <p:spPr>
          <a:xfrm>
            <a:off x="217488" y="1176338"/>
            <a:ext cx="11728450" cy="5000625"/>
          </a:xfrm>
        </p:spPr>
        <p:txBody>
          <a:bodyPr>
            <a:normAutofit lnSpcReduction="10000"/>
          </a:bodyPr>
          <a:lstStyle/>
          <a:p>
            <a:pPr algn="just"/>
            <a:r>
              <a:rPr lang="en-US" sz="2400" dirty="0">
                <a:latin typeface="Times New Roman" panose="02020603050405020304" pitchFamily="18" charset="0"/>
                <a:cs typeface="Times New Roman" panose="02020603050405020304" pitchFamily="18" charset="0"/>
              </a:rPr>
              <a:t>The risk register is a useful tool in managing actions taken regarding accepted risks to the project.</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risk register is the last ingredient of the project risk plan. The risk register also helps you identify ownership of contingency implementation, outcomes of actions taken, and active and inactive risks.</a:t>
            </a:r>
          </a:p>
        </p:txBody>
      </p:sp>
      <p:pic>
        <p:nvPicPr>
          <p:cNvPr id="6" name="Picture 5">
            <a:extLst>
              <a:ext uri="{FF2B5EF4-FFF2-40B4-BE49-F238E27FC236}">
                <a16:creationId xmlns:a16="http://schemas.microsoft.com/office/drawing/2014/main" id="{232F2900-8BF9-6E6F-90BC-1B4043C46492}"/>
              </a:ext>
            </a:extLst>
          </p:cNvPr>
          <p:cNvPicPr>
            <a:picLocks noChangeAspect="1"/>
          </p:cNvPicPr>
          <p:nvPr/>
        </p:nvPicPr>
        <p:blipFill>
          <a:blip r:embed="rId2"/>
          <a:stretch>
            <a:fillRect/>
          </a:stretch>
        </p:blipFill>
        <p:spPr>
          <a:xfrm>
            <a:off x="1447800" y="1828800"/>
            <a:ext cx="8793480" cy="2954956"/>
          </a:xfrm>
          <a:prstGeom prst="rect">
            <a:avLst/>
          </a:prstGeom>
          <a:ln>
            <a:solidFill>
              <a:schemeClr val="accent1"/>
            </a:solidFill>
          </a:ln>
        </p:spPr>
      </p:pic>
    </p:spTree>
    <p:extLst>
      <p:ext uri="{BB962C8B-B14F-4D97-AF65-F5344CB8AC3E}">
        <p14:creationId xmlns:p14="http://schemas.microsoft.com/office/powerpoint/2010/main" val="254629922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2180FA7-B6DA-EA97-FE34-F7C3583C6D3D}"/>
              </a:ext>
            </a:extLst>
          </p:cNvPr>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Pareto diagram</a:t>
            </a:r>
          </a:p>
        </p:txBody>
      </p:sp>
      <p:pic>
        <p:nvPicPr>
          <p:cNvPr id="1026" name="Picture 2" descr="Pareto Chart">
            <a:extLst>
              <a:ext uri="{FF2B5EF4-FFF2-40B4-BE49-F238E27FC236}">
                <a16:creationId xmlns:a16="http://schemas.microsoft.com/office/drawing/2014/main" id="{F5C7C378-EF16-7CAF-34FB-69223A88414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02479" y="1176338"/>
            <a:ext cx="9358468" cy="5000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880644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2180FA7-B6DA-EA97-FE34-F7C3583C6D3D}"/>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Failure Modes and Effects Analysis</a:t>
            </a:r>
            <a:endParaRPr lang="en-IN" sz="3600" dirty="0">
              <a:latin typeface="Times New Roman" panose="02020603050405020304" pitchFamily="18" charset="0"/>
              <a:cs typeface="Times New Roman" panose="02020603050405020304" pitchFamily="18" charset="0"/>
            </a:endParaRPr>
          </a:p>
        </p:txBody>
      </p:sp>
      <p:sp>
        <p:nvSpPr>
          <p:cNvPr id="4" name="Content Placeholder 8">
            <a:extLst>
              <a:ext uri="{FF2B5EF4-FFF2-40B4-BE49-F238E27FC236}">
                <a16:creationId xmlns:a16="http://schemas.microsoft.com/office/drawing/2014/main" id="{833E4C55-AE6C-C37A-2723-F81FB3C575D6}"/>
              </a:ext>
            </a:extLst>
          </p:cNvPr>
          <p:cNvSpPr>
            <a:spLocks noGrp="1"/>
          </p:cNvSpPr>
          <p:nvPr>
            <p:ph idx="1"/>
          </p:nvPr>
        </p:nvSpPr>
        <p:spPr>
          <a:xfrm>
            <a:off x="217488" y="1176338"/>
            <a:ext cx="11728450" cy="5000625"/>
          </a:xfrm>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	</a:t>
            </a:r>
          </a:p>
          <a:p>
            <a:pPr algn="just">
              <a:buNone/>
            </a:pPr>
            <a:r>
              <a:rPr lang="en-US" sz="2400" dirty="0">
                <a:latin typeface="Times New Roman" panose="02020603050405020304" pitchFamily="18" charset="0"/>
                <a:cs typeface="Times New Roman" panose="02020603050405020304" pitchFamily="18" charset="0"/>
              </a:rPr>
              <a:t>	In project risk assessment, a failure can be any significant event that the sponsor does not want to happen—a budget overrun, a schedule overrun, or a failure to meet scope, quality, or mission performance objectives.</a:t>
            </a: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The objective of failure modes and effects analysis is the identification of root or common causes, which may affect the project as a whole. </a:t>
            </a:r>
          </a:p>
        </p:txBody>
      </p:sp>
    </p:spTree>
    <p:extLst>
      <p:ext uri="{BB962C8B-B14F-4D97-AF65-F5344CB8AC3E}">
        <p14:creationId xmlns:p14="http://schemas.microsoft.com/office/powerpoint/2010/main" val="187048186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2180FA7-B6DA-EA97-FE34-F7C3583C6D3D}"/>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Project Definition Rating Index</a:t>
            </a:r>
            <a:endParaRPr lang="en-IN" sz="3600" dirty="0">
              <a:latin typeface="Times New Roman" panose="02020603050405020304" pitchFamily="18" charset="0"/>
              <a:cs typeface="Times New Roman" panose="02020603050405020304" pitchFamily="18" charset="0"/>
            </a:endParaRPr>
          </a:p>
        </p:txBody>
      </p:sp>
      <p:sp>
        <p:nvSpPr>
          <p:cNvPr id="4" name="Content Placeholder 8">
            <a:extLst>
              <a:ext uri="{FF2B5EF4-FFF2-40B4-BE49-F238E27FC236}">
                <a16:creationId xmlns:a16="http://schemas.microsoft.com/office/drawing/2014/main" id="{15EAF50B-7F5F-55BE-0E9E-FAB8B3C839CD}"/>
              </a:ext>
            </a:extLst>
          </p:cNvPr>
          <p:cNvSpPr>
            <a:spLocks noGrp="1"/>
          </p:cNvSpPr>
          <p:nvPr>
            <p:ph idx="1"/>
          </p:nvPr>
        </p:nvSpPr>
        <p:spPr>
          <a:xfrm>
            <a:off x="217488" y="1176338"/>
            <a:ext cx="11728450" cy="5000625"/>
          </a:xfrm>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	</a:t>
            </a:r>
          </a:p>
          <a:p>
            <a:pPr algn="just">
              <a:buNone/>
            </a:pPr>
            <a:r>
              <a:rPr lang="en-US" sz="2400" dirty="0">
                <a:latin typeface="Times New Roman" panose="02020603050405020304" pitchFamily="18" charset="0"/>
                <a:cs typeface="Times New Roman" panose="02020603050405020304" pitchFamily="18" charset="0"/>
              </a:rPr>
              <a:t>	It includes detailed descriptions of issues and a weighted checklist of project scope definition elements to jog the memory of project team participants. </a:t>
            </a: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It provides the means to assess risk at various stages during the front-end project planning process and to focus efforts on high-risk areas that need additional definition.</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D3F666C6-B51B-B35D-FF98-9FCC3D2D6CCF}"/>
                  </a:ext>
                </a:extLst>
              </p14:cNvPr>
              <p14:cNvContentPartPr/>
              <p14:nvPr/>
            </p14:nvContentPartPr>
            <p14:xfrm>
              <a:off x="1549818" y="4014140"/>
              <a:ext cx="106920" cy="2292120"/>
            </p14:xfrm>
          </p:contentPart>
        </mc:Choice>
        <mc:Fallback>
          <p:pic>
            <p:nvPicPr>
              <p:cNvPr id="2" name="Ink 1">
                <a:extLst>
                  <a:ext uri="{FF2B5EF4-FFF2-40B4-BE49-F238E27FC236}">
                    <a16:creationId xmlns:a16="http://schemas.microsoft.com/office/drawing/2014/main" id="{D3F666C6-B51B-B35D-FF98-9FCC3D2D6CCF}"/>
                  </a:ext>
                </a:extLst>
              </p:cNvPr>
              <p:cNvPicPr/>
              <p:nvPr/>
            </p:nvPicPr>
            <p:blipFill>
              <a:blip r:embed="rId3"/>
              <a:stretch>
                <a:fillRect/>
              </a:stretch>
            </p:blipFill>
            <p:spPr>
              <a:xfrm>
                <a:off x="1531818" y="3996140"/>
                <a:ext cx="142560" cy="2327760"/>
              </a:xfrm>
              <a:prstGeom prst="rect">
                <a:avLst/>
              </a:prstGeom>
            </p:spPr>
          </p:pic>
        </mc:Fallback>
      </mc:AlternateContent>
      <p:grpSp>
        <p:nvGrpSpPr>
          <p:cNvPr id="13" name="Group 12">
            <a:extLst>
              <a:ext uri="{FF2B5EF4-FFF2-40B4-BE49-F238E27FC236}">
                <a16:creationId xmlns:a16="http://schemas.microsoft.com/office/drawing/2014/main" id="{0E3B158A-0054-E9E2-CA8D-8ABBCA23423C}"/>
              </a:ext>
            </a:extLst>
          </p:cNvPr>
          <p:cNvGrpSpPr/>
          <p:nvPr/>
        </p:nvGrpSpPr>
        <p:grpSpPr>
          <a:xfrm>
            <a:off x="464058" y="3936020"/>
            <a:ext cx="1009800" cy="684720"/>
            <a:chOff x="464058" y="3936020"/>
            <a:chExt cx="1009800" cy="684720"/>
          </a:xfrm>
        </p:grpSpPr>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2A65DE8D-B59D-76B2-BDAE-808FA5E16493}"/>
                    </a:ext>
                  </a:extLst>
                </p14:cNvPr>
                <p14:cNvContentPartPr/>
                <p14:nvPr/>
              </p14:nvContentPartPr>
              <p14:xfrm>
                <a:off x="464058" y="4045100"/>
                <a:ext cx="32400" cy="231120"/>
              </p14:xfrm>
            </p:contentPart>
          </mc:Choice>
          <mc:Fallback>
            <p:pic>
              <p:nvPicPr>
                <p:cNvPr id="5" name="Ink 4">
                  <a:extLst>
                    <a:ext uri="{FF2B5EF4-FFF2-40B4-BE49-F238E27FC236}">
                      <a16:creationId xmlns:a16="http://schemas.microsoft.com/office/drawing/2014/main" id="{2A65DE8D-B59D-76B2-BDAE-808FA5E16493}"/>
                    </a:ext>
                  </a:extLst>
                </p:cNvPr>
                <p:cNvPicPr/>
                <p:nvPr/>
              </p:nvPicPr>
              <p:blipFill>
                <a:blip r:embed="rId5"/>
                <a:stretch>
                  <a:fillRect/>
                </a:stretch>
              </p:blipFill>
              <p:spPr>
                <a:xfrm>
                  <a:off x="446058" y="4027100"/>
                  <a:ext cx="68040" cy="2667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9F1C4465-A6C8-882F-276C-5F9148743B8F}"/>
                    </a:ext>
                  </a:extLst>
                </p14:cNvPr>
                <p14:cNvContentPartPr/>
                <p14:nvPr/>
              </p14:nvContentPartPr>
              <p14:xfrm>
                <a:off x="496098" y="3936020"/>
                <a:ext cx="330480" cy="405720"/>
              </p14:xfrm>
            </p:contentPart>
          </mc:Choice>
          <mc:Fallback>
            <p:pic>
              <p:nvPicPr>
                <p:cNvPr id="6" name="Ink 5">
                  <a:extLst>
                    <a:ext uri="{FF2B5EF4-FFF2-40B4-BE49-F238E27FC236}">
                      <a16:creationId xmlns:a16="http://schemas.microsoft.com/office/drawing/2014/main" id="{9F1C4465-A6C8-882F-276C-5F9148743B8F}"/>
                    </a:ext>
                  </a:extLst>
                </p:cNvPr>
                <p:cNvPicPr/>
                <p:nvPr/>
              </p:nvPicPr>
              <p:blipFill>
                <a:blip r:embed="rId7"/>
                <a:stretch>
                  <a:fillRect/>
                </a:stretch>
              </p:blipFill>
              <p:spPr>
                <a:xfrm>
                  <a:off x="478098" y="3918380"/>
                  <a:ext cx="366120" cy="4413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8" name="Ink 7">
                  <a:extLst>
                    <a:ext uri="{FF2B5EF4-FFF2-40B4-BE49-F238E27FC236}">
                      <a16:creationId xmlns:a16="http://schemas.microsoft.com/office/drawing/2014/main" id="{D72EBE66-7E47-E1B5-C306-6174023CD10B}"/>
                    </a:ext>
                  </a:extLst>
                </p14:cNvPr>
                <p14:cNvContentPartPr/>
                <p14:nvPr/>
              </p14:nvContentPartPr>
              <p14:xfrm>
                <a:off x="823698" y="4076060"/>
                <a:ext cx="137160" cy="373680"/>
              </p14:xfrm>
            </p:contentPart>
          </mc:Choice>
          <mc:Fallback>
            <p:pic>
              <p:nvPicPr>
                <p:cNvPr id="8" name="Ink 7">
                  <a:extLst>
                    <a:ext uri="{FF2B5EF4-FFF2-40B4-BE49-F238E27FC236}">
                      <a16:creationId xmlns:a16="http://schemas.microsoft.com/office/drawing/2014/main" id="{D72EBE66-7E47-E1B5-C306-6174023CD10B}"/>
                    </a:ext>
                  </a:extLst>
                </p:cNvPr>
                <p:cNvPicPr/>
                <p:nvPr/>
              </p:nvPicPr>
              <p:blipFill>
                <a:blip r:embed="rId9"/>
                <a:stretch>
                  <a:fillRect/>
                </a:stretch>
              </p:blipFill>
              <p:spPr>
                <a:xfrm>
                  <a:off x="805698" y="4058420"/>
                  <a:ext cx="172800" cy="4093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9" name="Ink 8">
                  <a:extLst>
                    <a:ext uri="{FF2B5EF4-FFF2-40B4-BE49-F238E27FC236}">
                      <a16:creationId xmlns:a16="http://schemas.microsoft.com/office/drawing/2014/main" id="{E12285A3-E5B9-82B0-DD51-4E959556C23F}"/>
                    </a:ext>
                  </a:extLst>
                </p14:cNvPr>
                <p14:cNvContentPartPr/>
                <p14:nvPr/>
              </p14:nvContentPartPr>
              <p14:xfrm>
                <a:off x="915858" y="4105940"/>
                <a:ext cx="244080" cy="219960"/>
              </p14:xfrm>
            </p:contentPart>
          </mc:Choice>
          <mc:Fallback>
            <p:pic>
              <p:nvPicPr>
                <p:cNvPr id="9" name="Ink 8">
                  <a:extLst>
                    <a:ext uri="{FF2B5EF4-FFF2-40B4-BE49-F238E27FC236}">
                      <a16:creationId xmlns:a16="http://schemas.microsoft.com/office/drawing/2014/main" id="{E12285A3-E5B9-82B0-DD51-4E959556C23F}"/>
                    </a:ext>
                  </a:extLst>
                </p:cNvPr>
                <p:cNvPicPr/>
                <p:nvPr/>
              </p:nvPicPr>
              <p:blipFill>
                <a:blip r:embed="rId11"/>
                <a:stretch>
                  <a:fillRect/>
                </a:stretch>
              </p:blipFill>
              <p:spPr>
                <a:xfrm>
                  <a:off x="897858" y="4087940"/>
                  <a:ext cx="279720" cy="2556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1" name="Ink 10">
                  <a:extLst>
                    <a:ext uri="{FF2B5EF4-FFF2-40B4-BE49-F238E27FC236}">
                      <a16:creationId xmlns:a16="http://schemas.microsoft.com/office/drawing/2014/main" id="{F8A69237-D8DB-C2A9-87AC-C1DBA66390DB}"/>
                    </a:ext>
                  </a:extLst>
                </p14:cNvPr>
                <p14:cNvContentPartPr/>
                <p14:nvPr/>
              </p14:nvContentPartPr>
              <p14:xfrm>
                <a:off x="1260378" y="4184420"/>
                <a:ext cx="88200" cy="299160"/>
              </p14:xfrm>
            </p:contentPart>
          </mc:Choice>
          <mc:Fallback>
            <p:pic>
              <p:nvPicPr>
                <p:cNvPr id="11" name="Ink 10">
                  <a:extLst>
                    <a:ext uri="{FF2B5EF4-FFF2-40B4-BE49-F238E27FC236}">
                      <a16:creationId xmlns:a16="http://schemas.microsoft.com/office/drawing/2014/main" id="{F8A69237-D8DB-C2A9-87AC-C1DBA66390DB}"/>
                    </a:ext>
                  </a:extLst>
                </p:cNvPr>
                <p:cNvPicPr/>
                <p:nvPr/>
              </p:nvPicPr>
              <p:blipFill>
                <a:blip r:embed="rId13"/>
                <a:stretch>
                  <a:fillRect/>
                </a:stretch>
              </p:blipFill>
              <p:spPr>
                <a:xfrm>
                  <a:off x="1242738" y="4166780"/>
                  <a:ext cx="123840" cy="3348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2" name="Ink 11">
                  <a:extLst>
                    <a:ext uri="{FF2B5EF4-FFF2-40B4-BE49-F238E27FC236}">
                      <a16:creationId xmlns:a16="http://schemas.microsoft.com/office/drawing/2014/main" id="{456D9391-BD51-2CB9-09CF-89EC7FE1773F}"/>
                    </a:ext>
                  </a:extLst>
                </p14:cNvPr>
                <p14:cNvContentPartPr/>
                <p14:nvPr/>
              </p14:nvContentPartPr>
              <p14:xfrm>
                <a:off x="1173258" y="4153460"/>
                <a:ext cx="300600" cy="467280"/>
              </p14:xfrm>
            </p:contentPart>
          </mc:Choice>
          <mc:Fallback>
            <p:pic>
              <p:nvPicPr>
                <p:cNvPr id="12" name="Ink 11">
                  <a:extLst>
                    <a:ext uri="{FF2B5EF4-FFF2-40B4-BE49-F238E27FC236}">
                      <a16:creationId xmlns:a16="http://schemas.microsoft.com/office/drawing/2014/main" id="{456D9391-BD51-2CB9-09CF-89EC7FE1773F}"/>
                    </a:ext>
                  </a:extLst>
                </p:cNvPr>
                <p:cNvPicPr/>
                <p:nvPr/>
              </p:nvPicPr>
              <p:blipFill>
                <a:blip r:embed="rId15"/>
                <a:stretch>
                  <a:fillRect/>
                </a:stretch>
              </p:blipFill>
              <p:spPr>
                <a:xfrm>
                  <a:off x="1155618" y="4135460"/>
                  <a:ext cx="336240" cy="502920"/>
                </a:xfrm>
                <a:prstGeom prst="rect">
                  <a:avLst/>
                </a:prstGeom>
              </p:spPr>
            </p:pic>
          </mc:Fallback>
        </mc:AlternateContent>
      </p:grpSp>
      <p:grpSp>
        <p:nvGrpSpPr>
          <p:cNvPr id="22" name="Group 21">
            <a:extLst>
              <a:ext uri="{FF2B5EF4-FFF2-40B4-BE49-F238E27FC236}">
                <a16:creationId xmlns:a16="http://schemas.microsoft.com/office/drawing/2014/main" id="{777A315C-72C7-059A-432E-D8F6B905CA65}"/>
              </a:ext>
            </a:extLst>
          </p:cNvPr>
          <p:cNvGrpSpPr/>
          <p:nvPr/>
        </p:nvGrpSpPr>
        <p:grpSpPr>
          <a:xfrm>
            <a:off x="2078298" y="4073540"/>
            <a:ext cx="1441800" cy="1535400"/>
            <a:chOff x="2078298" y="4073540"/>
            <a:chExt cx="1441800" cy="1535400"/>
          </a:xfrm>
        </p:grpSpPr>
        <mc:AlternateContent xmlns:mc="http://schemas.openxmlformats.org/markup-compatibility/2006">
          <mc:Choice xmlns:p14="http://schemas.microsoft.com/office/powerpoint/2010/main" Requires="p14">
            <p:contentPart p14:bwMode="auto" r:id="rId16">
              <p14:nvContentPartPr>
                <p14:cNvPr id="14" name="Ink 13">
                  <a:extLst>
                    <a:ext uri="{FF2B5EF4-FFF2-40B4-BE49-F238E27FC236}">
                      <a16:creationId xmlns:a16="http://schemas.microsoft.com/office/drawing/2014/main" id="{15AF4EE9-9EB3-2661-9F2B-DDFBBC8B9253}"/>
                    </a:ext>
                  </a:extLst>
                </p14:cNvPr>
                <p14:cNvContentPartPr/>
                <p14:nvPr/>
              </p14:nvContentPartPr>
              <p14:xfrm>
                <a:off x="2231658" y="4168580"/>
                <a:ext cx="360" cy="360"/>
              </p14:xfrm>
            </p:contentPart>
          </mc:Choice>
          <mc:Fallback>
            <p:pic>
              <p:nvPicPr>
                <p:cNvPr id="14" name="Ink 13">
                  <a:extLst>
                    <a:ext uri="{FF2B5EF4-FFF2-40B4-BE49-F238E27FC236}">
                      <a16:creationId xmlns:a16="http://schemas.microsoft.com/office/drawing/2014/main" id="{15AF4EE9-9EB3-2661-9F2B-DDFBBC8B9253}"/>
                    </a:ext>
                  </a:extLst>
                </p:cNvPr>
                <p:cNvPicPr/>
                <p:nvPr/>
              </p:nvPicPr>
              <p:blipFill>
                <a:blip r:embed="rId17"/>
                <a:stretch>
                  <a:fillRect/>
                </a:stretch>
              </p:blipFill>
              <p:spPr>
                <a:xfrm>
                  <a:off x="2213658" y="4150940"/>
                  <a:ext cx="3600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5" name="Ink 14">
                  <a:extLst>
                    <a:ext uri="{FF2B5EF4-FFF2-40B4-BE49-F238E27FC236}">
                      <a16:creationId xmlns:a16="http://schemas.microsoft.com/office/drawing/2014/main" id="{C23B2B3C-0EE2-928D-35E9-0E7C12CF2DED}"/>
                    </a:ext>
                  </a:extLst>
                </p14:cNvPr>
                <p14:cNvContentPartPr/>
                <p14:nvPr/>
              </p14:nvContentPartPr>
              <p14:xfrm>
                <a:off x="2078298" y="4073540"/>
                <a:ext cx="417240" cy="439560"/>
              </p14:xfrm>
            </p:contentPart>
          </mc:Choice>
          <mc:Fallback>
            <p:pic>
              <p:nvPicPr>
                <p:cNvPr id="15" name="Ink 14">
                  <a:extLst>
                    <a:ext uri="{FF2B5EF4-FFF2-40B4-BE49-F238E27FC236}">
                      <a16:creationId xmlns:a16="http://schemas.microsoft.com/office/drawing/2014/main" id="{C23B2B3C-0EE2-928D-35E9-0E7C12CF2DED}"/>
                    </a:ext>
                  </a:extLst>
                </p:cNvPr>
                <p:cNvPicPr/>
                <p:nvPr/>
              </p:nvPicPr>
              <p:blipFill>
                <a:blip r:embed="rId19"/>
                <a:stretch>
                  <a:fillRect/>
                </a:stretch>
              </p:blipFill>
              <p:spPr>
                <a:xfrm>
                  <a:off x="2060658" y="4055900"/>
                  <a:ext cx="452880" cy="4752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7" name="Ink 16">
                  <a:extLst>
                    <a:ext uri="{FF2B5EF4-FFF2-40B4-BE49-F238E27FC236}">
                      <a16:creationId xmlns:a16="http://schemas.microsoft.com/office/drawing/2014/main" id="{AD0213BD-E23C-5EB5-C4C2-D77D3F695B87}"/>
                    </a:ext>
                  </a:extLst>
                </p14:cNvPr>
                <p14:cNvContentPartPr/>
                <p14:nvPr/>
              </p14:nvContentPartPr>
              <p14:xfrm>
                <a:off x="2680938" y="4168580"/>
                <a:ext cx="360" cy="495000"/>
              </p14:xfrm>
            </p:contentPart>
          </mc:Choice>
          <mc:Fallback>
            <p:pic>
              <p:nvPicPr>
                <p:cNvPr id="17" name="Ink 16">
                  <a:extLst>
                    <a:ext uri="{FF2B5EF4-FFF2-40B4-BE49-F238E27FC236}">
                      <a16:creationId xmlns:a16="http://schemas.microsoft.com/office/drawing/2014/main" id="{AD0213BD-E23C-5EB5-C4C2-D77D3F695B87}"/>
                    </a:ext>
                  </a:extLst>
                </p:cNvPr>
                <p:cNvPicPr/>
                <p:nvPr/>
              </p:nvPicPr>
              <p:blipFill>
                <a:blip r:embed="rId21"/>
                <a:stretch>
                  <a:fillRect/>
                </a:stretch>
              </p:blipFill>
              <p:spPr>
                <a:xfrm>
                  <a:off x="2662938" y="4150940"/>
                  <a:ext cx="36000" cy="5306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9" name="Ink 18">
                  <a:extLst>
                    <a:ext uri="{FF2B5EF4-FFF2-40B4-BE49-F238E27FC236}">
                      <a16:creationId xmlns:a16="http://schemas.microsoft.com/office/drawing/2014/main" id="{D25181FD-6B1C-0708-BE8B-31171F347D10}"/>
                    </a:ext>
                  </a:extLst>
                </p14:cNvPr>
                <p14:cNvContentPartPr/>
                <p14:nvPr/>
              </p14:nvContentPartPr>
              <p14:xfrm>
                <a:off x="2611818" y="4184060"/>
                <a:ext cx="521640" cy="607680"/>
              </p14:xfrm>
            </p:contentPart>
          </mc:Choice>
          <mc:Fallback>
            <p:pic>
              <p:nvPicPr>
                <p:cNvPr id="19" name="Ink 18">
                  <a:extLst>
                    <a:ext uri="{FF2B5EF4-FFF2-40B4-BE49-F238E27FC236}">
                      <a16:creationId xmlns:a16="http://schemas.microsoft.com/office/drawing/2014/main" id="{D25181FD-6B1C-0708-BE8B-31171F347D10}"/>
                    </a:ext>
                  </a:extLst>
                </p:cNvPr>
                <p:cNvPicPr/>
                <p:nvPr/>
              </p:nvPicPr>
              <p:blipFill>
                <a:blip r:embed="rId23"/>
                <a:stretch>
                  <a:fillRect/>
                </a:stretch>
              </p:blipFill>
              <p:spPr>
                <a:xfrm>
                  <a:off x="2594178" y="4166420"/>
                  <a:ext cx="557280" cy="6433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1" name="Ink 20">
                  <a:extLst>
                    <a:ext uri="{FF2B5EF4-FFF2-40B4-BE49-F238E27FC236}">
                      <a16:creationId xmlns:a16="http://schemas.microsoft.com/office/drawing/2014/main" id="{D3251CDA-4467-2C84-6837-30F528804B27}"/>
                    </a:ext>
                  </a:extLst>
                </p14:cNvPr>
                <p14:cNvContentPartPr/>
                <p14:nvPr/>
              </p14:nvContentPartPr>
              <p14:xfrm>
                <a:off x="3362778" y="4323740"/>
                <a:ext cx="157320" cy="1285200"/>
              </p14:xfrm>
            </p:contentPart>
          </mc:Choice>
          <mc:Fallback>
            <p:pic>
              <p:nvPicPr>
                <p:cNvPr id="21" name="Ink 20">
                  <a:extLst>
                    <a:ext uri="{FF2B5EF4-FFF2-40B4-BE49-F238E27FC236}">
                      <a16:creationId xmlns:a16="http://schemas.microsoft.com/office/drawing/2014/main" id="{D3251CDA-4467-2C84-6837-30F528804B27}"/>
                    </a:ext>
                  </a:extLst>
                </p:cNvPr>
                <p:cNvPicPr/>
                <p:nvPr/>
              </p:nvPicPr>
              <p:blipFill>
                <a:blip r:embed="rId25"/>
                <a:stretch>
                  <a:fillRect/>
                </a:stretch>
              </p:blipFill>
              <p:spPr>
                <a:xfrm>
                  <a:off x="3344778" y="4306100"/>
                  <a:ext cx="192960" cy="1320840"/>
                </a:xfrm>
                <a:prstGeom prst="rect">
                  <a:avLst/>
                </a:prstGeom>
              </p:spPr>
            </p:pic>
          </mc:Fallback>
        </mc:AlternateContent>
      </p:grpSp>
      <p:grpSp>
        <p:nvGrpSpPr>
          <p:cNvPr id="31" name="Group 30">
            <a:extLst>
              <a:ext uri="{FF2B5EF4-FFF2-40B4-BE49-F238E27FC236}">
                <a16:creationId xmlns:a16="http://schemas.microsoft.com/office/drawing/2014/main" id="{51D776DE-681B-3989-1EA6-573F227236C1}"/>
              </a:ext>
            </a:extLst>
          </p:cNvPr>
          <p:cNvGrpSpPr/>
          <p:nvPr/>
        </p:nvGrpSpPr>
        <p:grpSpPr>
          <a:xfrm>
            <a:off x="3873978" y="4136180"/>
            <a:ext cx="1010160" cy="1040760"/>
            <a:chOff x="3873978" y="4136180"/>
            <a:chExt cx="1010160" cy="1040760"/>
          </a:xfrm>
        </p:grpSpPr>
        <mc:AlternateContent xmlns:mc="http://schemas.openxmlformats.org/markup-compatibility/2006">
          <mc:Choice xmlns:p14="http://schemas.microsoft.com/office/powerpoint/2010/main" Requires="p14">
            <p:contentPart p14:bwMode="auto" r:id="rId26">
              <p14:nvContentPartPr>
                <p14:cNvPr id="23" name="Ink 22">
                  <a:extLst>
                    <a:ext uri="{FF2B5EF4-FFF2-40B4-BE49-F238E27FC236}">
                      <a16:creationId xmlns:a16="http://schemas.microsoft.com/office/drawing/2014/main" id="{11385F8D-0090-B83E-456C-F7255F1D4DEA}"/>
                    </a:ext>
                  </a:extLst>
                </p14:cNvPr>
                <p14:cNvContentPartPr/>
                <p14:nvPr/>
              </p14:nvContentPartPr>
              <p14:xfrm>
                <a:off x="3873978" y="4136180"/>
                <a:ext cx="448200" cy="1040760"/>
              </p14:xfrm>
            </p:contentPart>
          </mc:Choice>
          <mc:Fallback>
            <p:pic>
              <p:nvPicPr>
                <p:cNvPr id="23" name="Ink 22">
                  <a:extLst>
                    <a:ext uri="{FF2B5EF4-FFF2-40B4-BE49-F238E27FC236}">
                      <a16:creationId xmlns:a16="http://schemas.microsoft.com/office/drawing/2014/main" id="{11385F8D-0090-B83E-456C-F7255F1D4DEA}"/>
                    </a:ext>
                  </a:extLst>
                </p:cNvPr>
                <p:cNvPicPr/>
                <p:nvPr/>
              </p:nvPicPr>
              <p:blipFill>
                <a:blip r:embed="rId27"/>
                <a:stretch>
                  <a:fillRect/>
                </a:stretch>
              </p:blipFill>
              <p:spPr>
                <a:xfrm>
                  <a:off x="3856338" y="4118540"/>
                  <a:ext cx="483840" cy="10764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4" name="Ink 23">
                  <a:extLst>
                    <a:ext uri="{FF2B5EF4-FFF2-40B4-BE49-F238E27FC236}">
                      <a16:creationId xmlns:a16="http://schemas.microsoft.com/office/drawing/2014/main" id="{B7244CAF-1417-BC58-5216-7DCFDF74AEC9}"/>
                    </a:ext>
                  </a:extLst>
                </p14:cNvPr>
                <p14:cNvContentPartPr/>
                <p14:nvPr/>
              </p14:nvContentPartPr>
              <p14:xfrm>
                <a:off x="3904218" y="4277660"/>
                <a:ext cx="465480" cy="512640"/>
              </p14:xfrm>
            </p:contentPart>
          </mc:Choice>
          <mc:Fallback>
            <p:pic>
              <p:nvPicPr>
                <p:cNvPr id="24" name="Ink 23">
                  <a:extLst>
                    <a:ext uri="{FF2B5EF4-FFF2-40B4-BE49-F238E27FC236}">
                      <a16:creationId xmlns:a16="http://schemas.microsoft.com/office/drawing/2014/main" id="{B7244CAF-1417-BC58-5216-7DCFDF74AEC9}"/>
                    </a:ext>
                  </a:extLst>
                </p:cNvPr>
                <p:cNvPicPr/>
                <p:nvPr/>
              </p:nvPicPr>
              <p:blipFill>
                <a:blip r:embed="rId29"/>
                <a:stretch>
                  <a:fillRect/>
                </a:stretch>
              </p:blipFill>
              <p:spPr>
                <a:xfrm>
                  <a:off x="3886578" y="4259660"/>
                  <a:ext cx="501120" cy="5482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6" name="Ink 25">
                  <a:extLst>
                    <a:ext uri="{FF2B5EF4-FFF2-40B4-BE49-F238E27FC236}">
                      <a16:creationId xmlns:a16="http://schemas.microsoft.com/office/drawing/2014/main" id="{CC025724-7A1E-B613-A1F5-C367BDECDC48}"/>
                    </a:ext>
                  </a:extLst>
                </p14:cNvPr>
                <p14:cNvContentPartPr/>
                <p14:nvPr/>
              </p14:nvContentPartPr>
              <p14:xfrm>
                <a:off x="3936258" y="4494380"/>
                <a:ext cx="233640" cy="72000"/>
              </p14:xfrm>
            </p:contentPart>
          </mc:Choice>
          <mc:Fallback>
            <p:pic>
              <p:nvPicPr>
                <p:cNvPr id="26" name="Ink 25">
                  <a:extLst>
                    <a:ext uri="{FF2B5EF4-FFF2-40B4-BE49-F238E27FC236}">
                      <a16:creationId xmlns:a16="http://schemas.microsoft.com/office/drawing/2014/main" id="{CC025724-7A1E-B613-A1F5-C367BDECDC48}"/>
                    </a:ext>
                  </a:extLst>
                </p:cNvPr>
                <p:cNvPicPr/>
                <p:nvPr/>
              </p:nvPicPr>
              <p:blipFill>
                <a:blip r:embed="rId31"/>
                <a:stretch>
                  <a:fillRect/>
                </a:stretch>
              </p:blipFill>
              <p:spPr>
                <a:xfrm>
                  <a:off x="3918258" y="4476380"/>
                  <a:ext cx="269280" cy="10764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8" name="Ink 27">
                  <a:extLst>
                    <a:ext uri="{FF2B5EF4-FFF2-40B4-BE49-F238E27FC236}">
                      <a16:creationId xmlns:a16="http://schemas.microsoft.com/office/drawing/2014/main" id="{3360109A-C453-801C-F01B-5DB1C53AB149}"/>
                    </a:ext>
                  </a:extLst>
                </p14:cNvPr>
                <p14:cNvContentPartPr/>
                <p14:nvPr/>
              </p14:nvContentPartPr>
              <p14:xfrm>
                <a:off x="4499298" y="4168940"/>
                <a:ext cx="384840" cy="496800"/>
              </p14:xfrm>
            </p:contentPart>
          </mc:Choice>
          <mc:Fallback>
            <p:pic>
              <p:nvPicPr>
                <p:cNvPr id="28" name="Ink 27">
                  <a:extLst>
                    <a:ext uri="{FF2B5EF4-FFF2-40B4-BE49-F238E27FC236}">
                      <a16:creationId xmlns:a16="http://schemas.microsoft.com/office/drawing/2014/main" id="{3360109A-C453-801C-F01B-5DB1C53AB149}"/>
                    </a:ext>
                  </a:extLst>
                </p:cNvPr>
                <p:cNvPicPr/>
                <p:nvPr/>
              </p:nvPicPr>
              <p:blipFill>
                <a:blip r:embed="rId33"/>
                <a:stretch>
                  <a:fillRect/>
                </a:stretch>
              </p:blipFill>
              <p:spPr>
                <a:xfrm>
                  <a:off x="4481658" y="4151300"/>
                  <a:ext cx="420480" cy="53244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30" name="Ink 29">
                  <a:extLst>
                    <a:ext uri="{FF2B5EF4-FFF2-40B4-BE49-F238E27FC236}">
                      <a16:creationId xmlns:a16="http://schemas.microsoft.com/office/drawing/2014/main" id="{36E5DF60-27D0-0C35-0B56-D2FAAC8FC0A3}"/>
                    </a:ext>
                  </a:extLst>
                </p14:cNvPr>
                <p14:cNvContentPartPr/>
                <p14:nvPr/>
              </p14:nvContentPartPr>
              <p14:xfrm>
                <a:off x="4649058" y="4401140"/>
                <a:ext cx="138240" cy="360"/>
              </p14:xfrm>
            </p:contentPart>
          </mc:Choice>
          <mc:Fallback>
            <p:pic>
              <p:nvPicPr>
                <p:cNvPr id="30" name="Ink 29">
                  <a:extLst>
                    <a:ext uri="{FF2B5EF4-FFF2-40B4-BE49-F238E27FC236}">
                      <a16:creationId xmlns:a16="http://schemas.microsoft.com/office/drawing/2014/main" id="{36E5DF60-27D0-0C35-0B56-D2FAAC8FC0A3}"/>
                    </a:ext>
                  </a:extLst>
                </p:cNvPr>
                <p:cNvPicPr/>
                <p:nvPr/>
              </p:nvPicPr>
              <p:blipFill>
                <a:blip r:embed="rId35"/>
                <a:stretch>
                  <a:fillRect/>
                </a:stretch>
              </p:blipFill>
              <p:spPr>
                <a:xfrm>
                  <a:off x="4631418" y="4383500"/>
                  <a:ext cx="173880" cy="36000"/>
                </a:xfrm>
                <a:prstGeom prst="rect">
                  <a:avLst/>
                </a:prstGeom>
              </p:spPr>
            </p:pic>
          </mc:Fallback>
        </mc:AlternateContent>
      </p:grpSp>
      <p:grpSp>
        <p:nvGrpSpPr>
          <p:cNvPr id="35" name="Group 34">
            <a:extLst>
              <a:ext uri="{FF2B5EF4-FFF2-40B4-BE49-F238E27FC236}">
                <a16:creationId xmlns:a16="http://schemas.microsoft.com/office/drawing/2014/main" id="{FF3CBE1B-294C-CD55-431B-63C09A626F84}"/>
              </a:ext>
            </a:extLst>
          </p:cNvPr>
          <p:cNvGrpSpPr/>
          <p:nvPr/>
        </p:nvGrpSpPr>
        <p:grpSpPr>
          <a:xfrm>
            <a:off x="5609898" y="3608780"/>
            <a:ext cx="1775880" cy="1005120"/>
            <a:chOff x="5609898" y="3608780"/>
            <a:chExt cx="1775880" cy="1005120"/>
          </a:xfrm>
        </p:grpSpPr>
        <mc:AlternateContent xmlns:mc="http://schemas.openxmlformats.org/markup-compatibility/2006">
          <mc:Choice xmlns:p14="http://schemas.microsoft.com/office/powerpoint/2010/main" Requires="p14">
            <p:contentPart p14:bwMode="auto" r:id="rId36">
              <p14:nvContentPartPr>
                <p14:cNvPr id="32" name="Ink 31">
                  <a:extLst>
                    <a:ext uri="{FF2B5EF4-FFF2-40B4-BE49-F238E27FC236}">
                      <a16:creationId xmlns:a16="http://schemas.microsoft.com/office/drawing/2014/main" id="{737CE2F1-6C9F-E1F8-D62F-56113188017C}"/>
                    </a:ext>
                  </a:extLst>
                </p14:cNvPr>
                <p14:cNvContentPartPr/>
                <p14:nvPr/>
              </p14:nvContentPartPr>
              <p14:xfrm>
                <a:off x="5609898" y="3936380"/>
                <a:ext cx="581760" cy="504720"/>
              </p14:xfrm>
            </p:contentPart>
          </mc:Choice>
          <mc:Fallback>
            <p:pic>
              <p:nvPicPr>
                <p:cNvPr id="32" name="Ink 31">
                  <a:extLst>
                    <a:ext uri="{FF2B5EF4-FFF2-40B4-BE49-F238E27FC236}">
                      <a16:creationId xmlns:a16="http://schemas.microsoft.com/office/drawing/2014/main" id="{737CE2F1-6C9F-E1F8-D62F-56113188017C}"/>
                    </a:ext>
                  </a:extLst>
                </p:cNvPr>
                <p:cNvPicPr/>
                <p:nvPr/>
              </p:nvPicPr>
              <p:blipFill>
                <a:blip r:embed="rId37"/>
                <a:stretch>
                  <a:fillRect/>
                </a:stretch>
              </p:blipFill>
              <p:spPr>
                <a:xfrm>
                  <a:off x="5591898" y="3918740"/>
                  <a:ext cx="617400" cy="54036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33" name="Ink 32">
                  <a:extLst>
                    <a:ext uri="{FF2B5EF4-FFF2-40B4-BE49-F238E27FC236}">
                      <a16:creationId xmlns:a16="http://schemas.microsoft.com/office/drawing/2014/main" id="{B6447397-03FF-0EAB-3010-D30AFA119C86}"/>
                    </a:ext>
                  </a:extLst>
                </p14:cNvPr>
                <p14:cNvContentPartPr/>
                <p14:nvPr/>
              </p14:nvContentPartPr>
              <p14:xfrm>
                <a:off x="6183738" y="3811820"/>
                <a:ext cx="544680" cy="732960"/>
              </p14:xfrm>
            </p:contentPart>
          </mc:Choice>
          <mc:Fallback>
            <p:pic>
              <p:nvPicPr>
                <p:cNvPr id="33" name="Ink 32">
                  <a:extLst>
                    <a:ext uri="{FF2B5EF4-FFF2-40B4-BE49-F238E27FC236}">
                      <a16:creationId xmlns:a16="http://schemas.microsoft.com/office/drawing/2014/main" id="{B6447397-03FF-0EAB-3010-D30AFA119C86}"/>
                    </a:ext>
                  </a:extLst>
                </p:cNvPr>
                <p:cNvPicPr/>
                <p:nvPr/>
              </p:nvPicPr>
              <p:blipFill>
                <a:blip r:embed="rId39"/>
                <a:stretch>
                  <a:fillRect/>
                </a:stretch>
              </p:blipFill>
              <p:spPr>
                <a:xfrm>
                  <a:off x="6166098" y="3794180"/>
                  <a:ext cx="580320" cy="7686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34" name="Ink 33">
                  <a:extLst>
                    <a:ext uri="{FF2B5EF4-FFF2-40B4-BE49-F238E27FC236}">
                      <a16:creationId xmlns:a16="http://schemas.microsoft.com/office/drawing/2014/main" id="{568EE5C2-7141-7617-6179-A99B7715AC5A}"/>
                    </a:ext>
                  </a:extLst>
                </p14:cNvPr>
                <p14:cNvContentPartPr/>
                <p14:nvPr/>
              </p14:nvContentPartPr>
              <p14:xfrm>
                <a:off x="6870618" y="3608780"/>
                <a:ext cx="515160" cy="1005120"/>
              </p14:xfrm>
            </p:contentPart>
          </mc:Choice>
          <mc:Fallback>
            <p:pic>
              <p:nvPicPr>
                <p:cNvPr id="34" name="Ink 33">
                  <a:extLst>
                    <a:ext uri="{FF2B5EF4-FFF2-40B4-BE49-F238E27FC236}">
                      <a16:creationId xmlns:a16="http://schemas.microsoft.com/office/drawing/2014/main" id="{568EE5C2-7141-7617-6179-A99B7715AC5A}"/>
                    </a:ext>
                  </a:extLst>
                </p:cNvPr>
                <p:cNvPicPr/>
                <p:nvPr/>
              </p:nvPicPr>
              <p:blipFill>
                <a:blip r:embed="rId41"/>
                <a:stretch>
                  <a:fillRect/>
                </a:stretch>
              </p:blipFill>
              <p:spPr>
                <a:xfrm>
                  <a:off x="6852978" y="3590780"/>
                  <a:ext cx="550800" cy="10407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2">
            <p14:nvContentPartPr>
              <p14:cNvPr id="36" name="Ink 35">
                <a:extLst>
                  <a:ext uri="{FF2B5EF4-FFF2-40B4-BE49-F238E27FC236}">
                    <a16:creationId xmlns:a16="http://schemas.microsoft.com/office/drawing/2014/main" id="{57B672EF-4306-4831-53E1-2DCDB416B7E1}"/>
                  </a:ext>
                </a:extLst>
              </p14:cNvPr>
              <p14:cNvContentPartPr/>
              <p14:nvPr/>
            </p14:nvContentPartPr>
            <p14:xfrm>
              <a:off x="5167818" y="3951860"/>
              <a:ext cx="147240" cy="347760"/>
            </p14:xfrm>
          </p:contentPart>
        </mc:Choice>
        <mc:Fallback>
          <p:pic>
            <p:nvPicPr>
              <p:cNvPr id="36" name="Ink 35">
                <a:extLst>
                  <a:ext uri="{FF2B5EF4-FFF2-40B4-BE49-F238E27FC236}">
                    <a16:creationId xmlns:a16="http://schemas.microsoft.com/office/drawing/2014/main" id="{57B672EF-4306-4831-53E1-2DCDB416B7E1}"/>
                  </a:ext>
                </a:extLst>
              </p:cNvPr>
              <p:cNvPicPr/>
              <p:nvPr/>
            </p:nvPicPr>
            <p:blipFill>
              <a:blip r:embed="rId43"/>
              <a:stretch>
                <a:fillRect/>
              </a:stretch>
            </p:blipFill>
            <p:spPr>
              <a:xfrm>
                <a:off x="5150178" y="3934220"/>
                <a:ext cx="182880" cy="383400"/>
              </a:xfrm>
              <a:prstGeom prst="rect">
                <a:avLst/>
              </a:prstGeom>
            </p:spPr>
          </p:pic>
        </mc:Fallback>
      </mc:AlternateContent>
    </p:spTree>
    <p:extLst>
      <p:ext uri="{BB962C8B-B14F-4D97-AF65-F5344CB8AC3E}">
        <p14:creationId xmlns:p14="http://schemas.microsoft.com/office/powerpoint/2010/main" val="250990407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8">
            <a:extLst>
              <a:ext uri="{FF2B5EF4-FFF2-40B4-BE49-F238E27FC236}">
                <a16:creationId xmlns:a16="http://schemas.microsoft.com/office/drawing/2014/main" id="{E027139A-57DD-3EBB-F418-EDD25BA6DA3C}"/>
              </a:ext>
            </a:extLst>
          </p:cNvPr>
          <p:cNvSpPr>
            <a:spLocks noGrp="1"/>
          </p:cNvSpPr>
          <p:nvPr>
            <p:ph idx="1"/>
          </p:nvPr>
        </p:nvSpPr>
        <p:spPr>
          <a:xfrm>
            <a:off x="217488" y="1176338"/>
            <a:ext cx="11728450" cy="5000625"/>
          </a:xfrm>
        </p:spPr>
        <p:txBody>
          <a:bodyPr>
            <a:normAutofit/>
          </a:bodyPr>
          <a:lstStyle/>
          <a:p>
            <a:pPr algn="just">
              <a:buNone/>
            </a:pPr>
            <a:r>
              <a:rPr lang="en-US" sz="2400" b="1" dirty="0">
                <a:latin typeface="Times New Roman" panose="02020603050405020304" pitchFamily="18" charset="0"/>
                <a:cs typeface="Times New Roman" panose="02020603050405020304" pitchFamily="18" charset="0"/>
              </a:rPr>
              <a:t>Multivariate Statistical Models:</a:t>
            </a:r>
          </a:p>
          <a:p>
            <a:pPr algn="just">
              <a:buNone/>
            </a:pPr>
            <a:r>
              <a:rPr lang="en-US" sz="2400" dirty="0">
                <a:latin typeface="Times New Roman" panose="02020603050405020304" pitchFamily="18" charset="0"/>
                <a:cs typeface="Times New Roman" panose="02020603050405020304" pitchFamily="18" charset="0"/>
              </a:rPr>
              <a:t>	</a:t>
            </a:r>
          </a:p>
          <a:p>
            <a:pPr algn="just">
              <a:buNone/>
            </a:pPr>
            <a:r>
              <a:rPr lang="en-US" sz="2400" dirty="0">
                <a:latin typeface="Times New Roman" panose="02020603050405020304" pitchFamily="18" charset="0"/>
                <a:cs typeface="Times New Roman" panose="02020603050405020304" pitchFamily="18" charset="0"/>
              </a:rPr>
              <a:t>	These methods are objective in that they do not rely on subjective probability distributions elicited from (possibly biased) project advocates. </a:t>
            </a: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Analysts build linear or nonlinear statistical models based on data from multiple past projects and then compare the project in question to the models. </a:t>
            </a:r>
          </a:p>
          <a:p>
            <a:pPr algn="just">
              <a:buNone/>
            </a:pPr>
            <a:endParaRPr lang="en-US" sz="2400" dirty="0">
              <a:latin typeface="Times New Roman" panose="02020603050405020304" pitchFamily="18" charset="0"/>
              <a:cs typeface="Times New Roman" panose="02020603050405020304" pitchFamily="18" charset="0"/>
            </a:endParaRPr>
          </a:p>
        </p:txBody>
      </p:sp>
      <p:sp>
        <p:nvSpPr>
          <p:cNvPr id="6" name="Title 5">
            <a:extLst>
              <a:ext uri="{FF2B5EF4-FFF2-40B4-BE49-F238E27FC236}">
                <a16:creationId xmlns:a16="http://schemas.microsoft.com/office/drawing/2014/main" id="{7B1804B3-E1FD-6B66-3EC1-7EC54B1FCCD2}"/>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Quantitative Risk Analysis</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889566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2180FA7-B6DA-EA97-FE34-F7C3583C6D3D}"/>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Quantitative Risk Analysis</a:t>
            </a:r>
            <a:endParaRPr lang="en-IN" sz="3600" dirty="0"/>
          </a:p>
        </p:txBody>
      </p:sp>
      <p:sp>
        <p:nvSpPr>
          <p:cNvPr id="4" name="Content Placeholder 8">
            <a:extLst>
              <a:ext uri="{FF2B5EF4-FFF2-40B4-BE49-F238E27FC236}">
                <a16:creationId xmlns:a16="http://schemas.microsoft.com/office/drawing/2014/main" id="{A055DCE6-574C-D80E-C6B2-BF172F22F995}"/>
              </a:ext>
            </a:extLst>
          </p:cNvPr>
          <p:cNvSpPr txBox="1">
            <a:spLocks/>
          </p:cNvSpPr>
          <p:nvPr/>
        </p:nvSpPr>
        <p:spPr>
          <a:xfrm>
            <a:off x="404262" y="1194335"/>
            <a:ext cx="10866922" cy="50909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None/>
            </a:pPr>
            <a:r>
              <a:rPr lang="en-US" sz="2400" b="1" dirty="0">
                <a:latin typeface="Times New Roman" panose="02020603050405020304" pitchFamily="18" charset="0"/>
                <a:cs typeface="Times New Roman" panose="02020603050405020304" pitchFamily="18" charset="0"/>
              </a:rPr>
              <a:t>Event Trees:</a:t>
            </a:r>
          </a:p>
          <a:p>
            <a:pPr algn="just">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	The results of the evaluations are the probabilities of various outcomes from given faults or failures. </a:t>
            </a:r>
          </a:p>
          <a:p>
            <a:pPr algn="just">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	</a:t>
            </a:r>
          </a:p>
          <a:p>
            <a:pPr algn="just">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	Each event tree shows a particular event at the top and the conditions causing that event, leading to the determination of the likelihood of these events. </a:t>
            </a:r>
          </a:p>
          <a:p>
            <a:pPr algn="just">
              <a:buFont typeface="Arial" panose="020B0604020202020204" pitchFamily="34" charset="0"/>
              <a:buNone/>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	These methods can be adapted to project cost, schedule, and performance risk assessments.</a:t>
            </a:r>
          </a:p>
          <a:p>
            <a:pPr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315686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2180FA7-B6DA-EA97-FE34-F7C3583C6D3D}"/>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Quantitative Risk Analysis</a:t>
            </a:r>
            <a:endParaRPr lang="en-IN" sz="3600" dirty="0"/>
          </a:p>
        </p:txBody>
      </p:sp>
      <p:sp>
        <p:nvSpPr>
          <p:cNvPr id="4" name="Content Placeholder 8">
            <a:extLst>
              <a:ext uri="{FF2B5EF4-FFF2-40B4-BE49-F238E27FC236}">
                <a16:creationId xmlns:a16="http://schemas.microsoft.com/office/drawing/2014/main" id="{98D9D08B-F655-469A-6BAF-53BE449D1B11}"/>
              </a:ext>
            </a:extLst>
          </p:cNvPr>
          <p:cNvSpPr>
            <a:spLocks noGrp="1"/>
          </p:cNvSpPr>
          <p:nvPr>
            <p:ph idx="1"/>
          </p:nvPr>
        </p:nvSpPr>
        <p:spPr>
          <a:xfrm>
            <a:off x="217488" y="1176338"/>
            <a:ext cx="11728450" cy="5000625"/>
          </a:xfrm>
        </p:spPr>
        <p:txBody>
          <a:bodyPr>
            <a:normAutofit/>
          </a:bodyPr>
          <a:lstStyle/>
          <a:p>
            <a:pPr algn="just">
              <a:buNone/>
            </a:pPr>
            <a:r>
              <a:rPr lang="en-US" sz="2400" b="1" dirty="0">
                <a:latin typeface="Times New Roman" panose="02020603050405020304" pitchFamily="18" charset="0"/>
                <a:cs typeface="Times New Roman" panose="02020603050405020304" pitchFamily="18" charset="0"/>
              </a:rPr>
              <a:t>Sensitivity Analysis:</a:t>
            </a:r>
          </a:p>
          <a:p>
            <a:pPr algn="just">
              <a:buNone/>
            </a:pPr>
            <a:r>
              <a:rPr lang="en-US" sz="2400" dirty="0">
                <a:latin typeface="Times New Roman" panose="02020603050405020304" pitchFamily="18" charset="0"/>
                <a:cs typeface="Times New Roman" panose="02020603050405020304" pitchFamily="18" charset="0"/>
              </a:rPr>
              <a:t>	</a:t>
            </a:r>
          </a:p>
          <a:p>
            <a:pPr algn="just">
              <a:buNone/>
            </a:pPr>
            <a:r>
              <a:rPr lang="en-US" sz="2400" dirty="0">
                <a:latin typeface="Times New Roman" panose="02020603050405020304" pitchFamily="18" charset="0"/>
                <a:cs typeface="Times New Roman" panose="02020603050405020304" pitchFamily="18" charset="0"/>
              </a:rPr>
              <a:t>	A sensitivity coefficient is a derivative: the change in some outcome concerning a change in some input. </a:t>
            </a: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Even if the probability of a particular risk cannot be determined precisely, sensitivity analysis can be used to determine which variables have the greatest influence on the risk. </a:t>
            </a:r>
          </a:p>
          <a:p>
            <a:pPr algn="just">
              <a:buNone/>
            </a:pPr>
            <a:endParaRPr lang="en-US" sz="2400" dirty="0">
              <a:latin typeface="Times New Roman" panose="02020603050405020304" pitchFamily="18" charset="0"/>
              <a:cs typeface="Times New Roman" panose="02020603050405020304" pitchFamily="18" charset="0"/>
            </a:endParaRPr>
          </a:p>
        </p:txBody>
      </p:sp>
      <p:grpSp>
        <p:nvGrpSpPr>
          <p:cNvPr id="19" name="Group 18">
            <a:extLst>
              <a:ext uri="{FF2B5EF4-FFF2-40B4-BE49-F238E27FC236}">
                <a16:creationId xmlns:a16="http://schemas.microsoft.com/office/drawing/2014/main" id="{5912696F-6718-0361-2B6A-754059B1DA3D}"/>
              </a:ext>
            </a:extLst>
          </p:cNvPr>
          <p:cNvGrpSpPr/>
          <p:nvPr/>
        </p:nvGrpSpPr>
        <p:grpSpPr>
          <a:xfrm>
            <a:off x="4818978" y="4172900"/>
            <a:ext cx="1070640" cy="802080"/>
            <a:chOff x="4818978" y="4172900"/>
            <a:chExt cx="1070640" cy="802080"/>
          </a:xfrm>
        </p:grpSpPr>
        <mc:AlternateContent xmlns:mc="http://schemas.openxmlformats.org/markup-compatibility/2006">
          <mc:Choice xmlns:p14="http://schemas.microsoft.com/office/powerpoint/2010/main" Requires="p14">
            <p:contentPart p14:bwMode="auto" r:id="rId2">
              <p14:nvContentPartPr>
                <p14:cNvPr id="17" name="Ink 16">
                  <a:extLst>
                    <a:ext uri="{FF2B5EF4-FFF2-40B4-BE49-F238E27FC236}">
                      <a16:creationId xmlns:a16="http://schemas.microsoft.com/office/drawing/2014/main" id="{B0BB25BE-766C-332C-A987-DEFD71EE7DF6}"/>
                    </a:ext>
                  </a:extLst>
                </p14:cNvPr>
                <p14:cNvContentPartPr/>
                <p14:nvPr/>
              </p14:nvContentPartPr>
              <p14:xfrm>
                <a:off x="4818978" y="4172900"/>
                <a:ext cx="1037160" cy="802080"/>
              </p14:xfrm>
            </p:contentPart>
          </mc:Choice>
          <mc:Fallback>
            <p:pic>
              <p:nvPicPr>
                <p:cNvPr id="17" name="Ink 16">
                  <a:extLst>
                    <a:ext uri="{FF2B5EF4-FFF2-40B4-BE49-F238E27FC236}">
                      <a16:creationId xmlns:a16="http://schemas.microsoft.com/office/drawing/2014/main" id="{B0BB25BE-766C-332C-A987-DEFD71EE7DF6}"/>
                    </a:ext>
                  </a:extLst>
                </p:cNvPr>
                <p:cNvPicPr/>
                <p:nvPr/>
              </p:nvPicPr>
              <p:blipFill>
                <a:blip r:embed="rId3"/>
                <a:stretch>
                  <a:fillRect/>
                </a:stretch>
              </p:blipFill>
              <p:spPr>
                <a:xfrm>
                  <a:off x="4801338" y="4155260"/>
                  <a:ext cx="1072800" cy="8377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8" name="Ink 17">
                  <a:extLst>
                    <a:ext uri="{FF2B5EF4-FFF2-40B4-BE49-F238E27FC236}">
                      <a16:creationId xmlns:a16="http://schemas.microsoft.com/office/drawing/2014/main" id="{738628D5-6C15-3ABB-7DA1-3EFD26CE7590}"/>
                    </a:ext>
                  </a:extLst>
                </p14:cNvPr>
                <p14:cNvContentPartPr/>
                <p14:nvPr/>
              </p14:nvContentPartPr>
              <p14:xfrm>
                <a:off x="5889258" y="4277660"/>
                <a:ext cx="360" cy="360"/>
              </p14:xfrm>
            </p:contentPart>
          </mc:Choice>
          <mc:Fallback>
            <p:pic>
              <p:nvPicPr>
                <p:cNvPr id="18" name="Ink 17">
                  <a:extLst>
                    <a:ext uri="{FF2B5EF4-FFF2-40B4-BE49-F238E27FC236}">
                      <a16:creationId xmlns:a16="http://schemas.microsoft.com/office/drawing/2014/main" id="{738628D5-6C15-3ABB-7DA1-3EFD26CE7590}"/>
                    </a:ext>
                  </a:extLst>
                </p:cNvPr>
                <p:cNvPicPr/>
                <p:nvPr/>
              </p:nvPicPr>
              <p:blipFill>
                <a:blip r:embed="rId5"/>
                <a:stretch>
                  <a:fillRect/>
                </a:stretch>
              </p:blipFill>
              <p:spPr>
                <a:xfrm>
                  <a:off x="5871258" y="4259660"/>
                  <a:ext cx="36000" cy="360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
            <p14:nvContentPartPr>
              <p14:cNvPr id="20" name="Ink 19">
                <a:extLst>
                  <a:ext uri="{FF2B5EF4-FFF2-40B4-BE49-F238E27FC236}">
                    <a16:creationId xmlns:a16="http://schemas.microsoft.com/office/drawing/2014/main" id="{422AD718-402D-D558-BD09-DEBC2D442B39}"/>
                  </a:ext>
                </a:extLst>
              </p14:cNvPr>
              <p14:cNvContentPartPr/>
              <p14:nvPr/>
            </p14:nvContentPartPr>
            <p14:xfrm>
              <a:off x="5701338" y="4553420"/>
              <a:ext cx="438120" cy="317160"/>
            </p14:xfrm>
          </p:contentPart>
        </mc:Choice>
        <mc:Fallback>
          <p:pic>
            <p:nvPicPr>
              <p:cNvPr id="20" name="Ink 19">
                <a:extLst>
                  <a:ext uri="{FF2B5EF4-FFF2-40B4-BE49-F238E27FC236}">
                    <a16:creationId xmlns:a16="http://schemas.microsoft.com/office/drawing/2014/main" id="{422AD718-402D-D558-BD09-DEBC2D442B39}"/>
                  </a:ext>
                </a:extLst>
              </p:cNvPr>
              <p:cNvPicPr/>
              <p:nvPr/>
            </p:nvPicPr>
            <p:blipFill>
              <a:blip r:embed="rId7"/>
              <a:stretch>
                <a:fillRect/>
              </a:stretch>
            </p:blipFill>
            <p:spPr>
              <a:xfrm>
                <a:off x="5683338" y="4535420"/>
                <a:ext cx="473760" cy="352800"/>
              </a:xfrm>
              <a:prstGeom prst="rect">
                <a:avLst/>
              </a:prstGeom>
            </p:spPr>
          </p:pic>
        </mc:Fallback>
      </mc:AlternateContent>
      <p:grpSp>
        <p:nvGrpSpPr>
          <p:cNvPr id="22" name="Group 21">
            <a:extLst>
              <a:ext uri="{FF2B5EF4-FFF2-40B4-BE49-F238E27FC236}">
                <a16:creationId xmlns:a16="http://schemas.microsoft.com/office/drawing/2014/main" id="{5B1BB96A-5E58-CD8D-2BC0-476EE80BD6DB}"/>
              </a:ext>
            </a:extLst>
          </p:cNvPr>
          <p:cNvGrpSpPr/>
          <p:nvPr/>
        </p:nvGrpSpPr>
        <p:grpSpPr>
          <a:xfrm>
            <a:off x="1239858" y="4184420"/>
            <a:ext cx="3194280" cy="871200"/>
            <a:chOff x="1239858" y="4184420"/>
            <a:chExt cx="3194280" cy="871200"/>
          </a:xfrm>
        </p:grpSpPr>
        <mc:AlternateContent xmlns:mc="http://schemas.openxmlformats.org/markup-compatibility/2006">
          <mc:Choice xmlns:p14="http://schemas.microsoft.com/office/powerpoint/2010/main" Requires="p14">
            <p:contentPart p14:bwMode="auto" r:id="rId8">
              <p14:nvContentPartPr>
                <p14:cNvPr id="2" name="Ink 1">
                  <a:extLst>
                    <a:ext uri="{FF2B5EF4-FFF2-40B4-BE49-F238E27FC236}">
                      <a16:creationId xmlns:a16="http://schemas.microsoft.com/office/drawing/2014/main" id="{DB4DFD4E-7665-AFCD-F80F-23625B88FA28}"/>
                    </a:ext>
                  </a:extLst>
                </p14:cNvPr>
                <p14:cNvContentPartPr/>
                <p14:nvPr/>
              </p14:nvContentPartPr>
              <p14:xfrm>
                <a:off x="1239858" y="4215380"/>
                <a:ext cx="550440" cy="93600"/>
              </p14:xfrm>
            </p:contentPart>
          </mc:Choice>
          <mc:Fallback>
            <p:pic>
              <p:nvPicPr>
                <p:cNvPr id="2" name="Ink 1">
                  <a:extLst>
                    <a:ext uri="{FF2B5EF4-FFF2-40B4-BE49-F238E27FC236}">
                      <a16:creationId xmlns:a16="http://schemas.microsoft.com/office/drawing/2014/main" id="{DB4DFD4E-7665-AFCD-F80F-23625B88FA28}"/>
                    </a:ext>
                  </a:extLst>
                </p:cNvPr>
                <p:cNvPicPr/>
                <p:nvPr/>
              </p:nvPicPr>
              <p:blipFill>
                <a:blip r:embed="rId9"/>
                <a:stretch>
                  <a:fillRect/>
                </a:stretch>
              </p:blipFill>
              <p:spPr>
                <a:xfrm>
                  <a:off x="1222218" y="4197380"/>
                  <a:ext cx="586080" cy="1292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5" name="Ink 4">
                  <a:extLst>
                    <a:ext uri="{FF2B5EF4-FFF2-40B4-BE49-F238E27FC236}">
                      <a16:creationId xmlns:a16="http://schemas.microsoft.com/office/drawing/2014/main" id="{745DCF52-C3FC-6815-B84A-A4710D71C761}"/>
                    </a:ext>
                  </a:extLst>
                </p14:cNvPr>
                <p14:cNvContentPartPr/>
                <p14:nvPr/>
              </p14:nvContentPartPr>
              <p14:xfrm>
                <a:off x="1409778" y="4292780"/>
                <a:ext cx="62640" cy="525600"/>
              </p14:xfrm>
            </p:contentPart>
          </mc:Choice>
          <mc:Fallback>
            <p:pic>
              <p:nvPicPr>
                <p:cNvPr id="5" name="Ink 4">
                  <a:extLst>
                    <a:ext uri="{FF2B5EF4-FFF2-40B4-BE49-F238E27FC236}">
                      <a16:creationId xmlns:a16="http://schemas.microsoft.com/office/drawing/2014/main" id="{745DCF52-C3FC-6815-B84A-A4710D71C761}"/>
                    </a:ext>
                  </a:extLst>
                </p:cNvPr>
                <p:cNvPicPr/>
                <p:nvPr/>
              </p:nvPicPr>
              <p:blipFill>
                <a:blip r:embed="rId11"/>
                <a:stretch>
                  <a:fillRect/>
                </a:stretch>
              </p:blipFill>
              <p:spPr>
                <a:xfrm>
                  <a:off x="1391778" y="4275140"/>
                  <a:ext cx="98280" cy="5612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7" name="Ink 6">
                  <a:extLst>
                    <a:ext uri="{FF2B5EF4-FFF2-40B4-BE49-F238E27FC236}">
                      <a16:creationId xmlns:a16="http://schemas.microsoft.com/office/drawing/2014/main" id="{B2B8A020-23AD-248F-3720-8FB7BE7102C5}"/>
                    </a:ext>
                  </a:extLst>
                </p14:cNvPr>
                <p14:cNvContentPartPr/>
                <p14:nvPr/>
              </p14:nvContentPartPr>
              <p14:xfrm>
                <a:off x="1610298" y="4430660"/>
                <a:ext cx="406800" cy="624960"/>
              </p14:xfrm>
            </p:contentPart>
          </mc:Choice>
          <mc:Fallback>
            <p:pic>
              <p:nvPicPr>
                <p:cNvPr id="7" name="Ink 6">
                  <a:extLst>
                    <a:ext uri="{FF2B5EF4-FFF2-40B4-BE49-F238E27FC236}">
                      <a16:creationId xmlns:a16="http://schemas.microsoft.com/office/drawing/2014/main" id="{B2B8A020-23AD-248F-3720-8FB7BE7102C5}"/>
                    </a:ext>
                  </a:extLst>
                </p:cNvPr>
                <p:cNvPicPr/>
                <p:nvPr/>
              </p:nvPicPr>
              <p:blipFill>
                <a:blip r:embed="rId13"/>
                <a:stretch>
                  <a:fillRect/>
                </a:stretch>
              </p:blipFill>
              <p:spPr>
                <a:xfrm>
                  <a:off x="1592298" y="4412660"/>
                  <a:ext cx="442440" cy="6606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9" name="Ink 8">
                  <a:extLst>
                    <a:ext uri="{FF2B5EF4-FFF2-40B4-BE49-F238E27FC236}">
                      <a16:creationId xmlns:a16="http://schemas.microsoft.com/office/drawing/2014/main" id="{78A7DFD4-BE2C-91A9-D310-BBA6F888DBD9}"/>
                    </a:ext>
                  </a:extLst>
                </p14:cNvPr>
                <p14:cNvContentPartPr/>
                <p14:nvPr/>
              </p14:nvContentPartPr>
              <p14:xfrm>
                <a:off x="2092338" y="4416980"/>
                <a:ext cx="389160" cy="638280"/>
              </p14:xfrm>
            </p:contentPart>
          </mc:Choice>
          <mc:Fallback>
            <p:pic>
              <p:nvPicPr>
                <p:cNvPr id="9" name="Ink 8">
                  <a:extLst>
                    <a:ext uri="{FF2B5EF4-FFF2-40B4-BE49-F238E27FC236}">
                      <a16:creationId xmlns:a16="http://schemas.microsoft.com/office/drawing/2014/main" id="{78A7DFD4-BE2C-91A9-D310-BBA6F888DBD9}"/>
                    </a:ext>
                  </a:extLst>
                </p:cNvPr>
                <p:cNvPicPr/>
                <p:nvPr/>
              </p:nvPicPr>
              <p:blipFill>
                <a:blip r:embed="rId15"/>
                <a:stretch>
                  <a:fillRect/>
                </a:stretch>
              </p:blipFill>
              <p:spPr>
                <a:xfrm>
                  <a:off x="2074338" y="4399340"/>
                  <a:ext cx="424800" cy="6739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0" name="Ink 9">
                  <a:extLst>
                    <a:ext uri="{FF2B5EF4-FFF2-40B4-BE49-F238E27FC236}">
                      <a16:creationId xmlns:a16="http://schemas.microsoft.com/office/drawing/2014/main" id="{002DC754-53EC-C6CA-5C44-C871B6DEB742}"/>
                    </a:ext>
                  </a:extLst>
                </p14:cNvPr>
                <p14:cNvContentPartPr/>
                <p14:nvPr/>
              </p14:nvContentPartPr>
              <p14:xfrm>
                <a:off x="2557458" y="4414460"/>
                <a:ext cx="280440" cy="465480"/>
              </p14:xfrm>
            </p:contentPart>
          </mc:Choice>
          <mc:Fallback>
            <p:pic>
              <p:nvPicPr>
                <p:cNvPr id="10" name="Ink 9">
                  <a:extLst>
                    <a:ext uri="{FF2B5EF4-FFF2-40B4-BE49-F238E27FC236}">
                      <a16:creationId xmlns:a16="http://schemas.microsoft.com/office/drawing/2014/main" id="{002DC754-53EC-C6CA-5C44-C871B6DEB742}"/>
                    </a:ext>
                  </a:extLst>
                </p:cNvPr>
                <p:cNvPicPr/>
                <p:nvPr/>
              </p:nvPicPr>
              <p:blipFill>
                <a:blip r:embed="rId17"/>
                <a:stretch>
                  <a:fillRect/>
                </a:stretch>
              </p:blipFill>
              <p:spPr>
                <a:xfrm>
                  <a:off x="2539458" y="4396460"/>
                  <a:ext cx="316080" cy="5011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2" name="Ink 11">
                  <a:extLst>
                    <a:ext uri="{FF2B5EF4-FFF2-40B4-BE49-F238E27FC236}">
                      <a16:creationId xmlns:a16="http://schemas.microsoft.com/office/drawing/2014/main" id="{F4C1106B-C83F-4022-7E29-0F9978AB3AFD}"/>
                    </a:ext>
                  </a:extLst>
                </p14:cNvPr>
                <p14:cNvContentPartPr/>
                <p14:nvPr/>
              </p14:nvContentPartPr>
              <p14:xfrm>
                <a:off x="2787498" y="4379540"/>
                <a:ext cx="416160" cy="460440"/>
              </p14:xfrm>
            </p:contentPart>
          </mc:Choice>
          <mc:Fallback>
            <p:pic>
              <p:nvPicPr>
                <p:cNvPr id="12" name="Ink 11">
                  <a:extLst>
                    <a:ext uri="{FF2B5EF4-FFF2-40B4-BE49-F238E27FC236}">
                      <a16:creationId xmlns:a16="http://schemas.microsoft.com/office/drawing/2014/main" id="{F4C1106B-C83F-4022-7E29-0F9978AB3AFD}"/>
                    </a:ext>
                  </a:extLst>
                </p:cNvPr>
                <p:cNvPicPr/>
                <p:nvPr/>
              </p:nvPicPr>
              <p:blipFill>
                <a:blip r:embed="rId19"/>
                <a:stretch>
                  <a:fillRect/>
                </a:stretch>
              </p:blipFill>
              <p:spPr>
                <a:xfrm>
                  <a:off x="2769498" y="4361540"/>
                  <a:ext cx="451800" cy="4960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3" name="Ink 12">
                  <a:extLst>
                    <a:ext uri="{FF2B5EF4-FFF2-40B4-BE49-F238E27FC236}">
                      <a16:creationId xmlns:a16="http://schemas.microsoft.com/office/drawing/2014/main" id="{FA471465-F790-E6C3-FA61-0D066276D5E0}"/>
                    </a:ext>
                  </a:extLst>
                </p14:cNvPr>
                <p14:cNvContentPartPr/>
                <p14:nvPr/>
              </p14:nvContentPartPr>
              <p14:xfrm>
                <a:off x="3049938" y="4184420"/>
                <a:ext cx="717480" cy="806400"/>
              </p14:xfrm>
            </p:contentPart>
          </mc:Choice>
          <mc:Fallback>
            <p:pic>
              <p:nvPicPr>
                <p:cNvPr id="13" name="Ink 12">
                  <a:extLst>
                    <a:ext uri="{FF2B5EF4-FFF2-40B4-BE49-F238E27FC236}">
                      <a16:creationId xmlns:a16="http://schemas.microsoft.com/office/drawing/2014/main" id="{FA471465-F790-E6C3-FA61-0D066276D5E0}"/>
                    </a:ext>
                  </a:extLst>
                </p:cNvPr>
                <p:cNvPicPr/>
                <p:nvPr/>
              </p:nvPicPr>
              <p:blipFill>
                <a:blip r:embed="rId21"/>
                <a:stretch>
                  <a:fillRect/>
                </a:stretch>
              </p:blipFill>
              <p:spPr>
                <a:xfrm>
                  <a:off x="3031938" y="4166780"/>
                  <a:ext cx="753120" cy="8420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5" name="Ink 14">
                  <a:extLst>
                    <a:ext uri="{FF2B5EF4-FFF2-40B4-BE49-F238E27FC236}">
                      <a16:creationId xmlns:a16="http://schemas.microsoft.com/office/drawing/2014/main" id="{BF13C115-EA40-3565-F619-E644C27A93E2}"/>
                    </a:ext>
                  </a:extLst>
                </p14:cNvPr>
                <p14:cNvContentPartPr/>
                <p14:nvPr/>
              </p14:nvContentPartPr>
              <p14:xfrm>
                <a:off x="3888738" y="4524620"/>
                <a:ext cx="545400" cy="468720"/>
              </p14:xfrm>
            </p:contentPart>
          </mc:Choice>
          <mc:Fallback>
            <p:pic>
              <p:nvPicPr>
                <p:cNvPr id="15" name="Ink 14">
                  <a:extLst>
                    <a:ext uri="{FF2B5EF4-FFF2-40B4-BE49-F238E27FC236}">
                      <a16:creationId xmlns:a16="http://schemas.microsoft.com/office/drawing/2014/main" id="{BF13C115-EA40-3565-F619-E644C27A93E2}"/>
                    </a:ext>
                  </a:extLst>
                </p:cNvPr>
                <p:cNvPicPr/>
                <p:nvPr/>
              </p:nvPicPr>
              <p:blipFill>
                <a:blip r:embed="rId23"/>
                <a:stretch>
                  <a:fillRect/>
                </a:stretch>
              </p:blipFill>
              <p:spPr>
                <a:xfrm>
                  <a:off x="3870738" y="4506620"/>
                  <a:ext cx="581040" cy="5043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1" name="Ink 20">
                  <a:extLst>
                    <a:ext uri="{FF2B5EF4-FFF2-40B4-BE49-F238E27FC236}">
                      <a16:creationId xmlns:a16="http://schemas.microsoft.com/office/drawing/2014/main" id="{26C5CA02-4302-78A5-3051-F17535A60E25}"/>
                    </a:ext>
                  </a:extLst>
                </p14:cNvPr>
                <p14:cNvContentPartPr/>
                <p14:nvPr/>
              </p14:nvContentPartPr>
              <p14:xfrm>
                <a:off x="2774178" y="5036900"/>
                <a:ext cx="360" cy="360"/>
              </p14:xfrm>
            </p:contentPart>
          </mc:Choice>
          <mc:Fallback>
            <p:pic>
              <p:nvPicPr>
                <p:cNvPr id="21" name="Ink 20">
                  <a:extLst>
                    <a:ext uri="{FF2B5EF4-FFF2-40B4-BE49-F238E27FC236}">
                      <a16:creationId xmlns:a16="http://schemas.microsoft.com/office/drawing/2014/main" id="{26C5CA02-4302-78A5-3051-F17535A60E25}"/>
                    </a:ext>
                  </a:extLst>
                </p:cNvPr>
                <p:cNvPicPr/>
                <p:nvPr/>
              </p:nvPicPr>
              <p:blipFill>
                <a:blip r:embed="rId5"/>
                <a:stretch>
                  <a:fillRect/>
                </a:stretch>
              </p:blipFill>
              <p:spPr>
                <a:xfrm>
                  <a:off x="2756178" y="5018900"/>
                  <a:ext cx="36000" cy="360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5">
            <p14:nvContentPartPr>
              <p14:cNvPr id="23" name="Ink 22">
                <a:extLst>
                  <a:ext uri="{FF2B5EF4-FFF2-40B4-BE49-F238E27FC236}">
                    <a16:creationId xmlns:a16="http://schemas.microsoft.com/office/drawing/2014/main" id="{9BE5DB9C-31B9-7497-E3B0-57E5BCC62ECA}"/>
                  </a:ext>
                </a:extLst>
              </p14:cNvPr>
              <p14:cNvContentPartPr/>
              <p14:nvPr/>
            </p14:nvContentPartPr>
            <p14:xfrm>
              <a:off x="7826418" y="3966980"/>
              <a:ext cx="2617560" cy="140400"/>
            </p14:xfrm>
          </p:contentPart>
        </mc:Choice>
        <mc:Fallback>
          <p:pic>
            <p:nvPicPr>
              <p:cNvPr id="23" name="Ink 22">
                <a:extLst>
                  <a:ext uri="{FF2B5EF4-FFF2-40B4-BE49-F238E27FC236}">
                    <a16:creationId xmlns:a16="http://schemas.microsoft.com/office/drawing/2014/main" id="{9BE5DB9C-31B9-7497-E3B0-57E5BCC62ECA}"/>
                  </a:ext>
                </a:extLst>
              </p:cNvPr>
              <p:cNvPicPr/>
              <p:nvPr/>
            </p:nvPicPr>
            <p:blipFill>
              <a:blip r:embed="rId26"/>
              <a:stretch>
                <a:fillRect/>
              </a:stretch>
            </p:blipFill>
            <p:spPr>
              <a:xfrm>
                <a:off x="7808418" y="3949340"/>
                <a:ext cx="2653200" cy="176040"/>
              </a:xfrm>
              <a:prstGeom prst="rect">
                <a:avLst/>
              </a:prstGeom>
            </p:spPr>
          </p:pic>
        </mc:Fallback>
      </mc:AlternateContent>
    </p:spTree>
    <p:extLst>
      <p:ext uri="{BB962C8B-B14F-4D97-AF65-F5344CB8AC3E}">
        <p14:creationId xmlns:p14="http://schemas.microsoft.com/office/powerpoint/2010/main" val="181000915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Topic Objectives &amp; Outcome</a:t>
            </a:r>
            <a:endParaRPr lang="en-IN" sz="3600" dirty="0">
              <a:latin typeface="Times New Roman" panose="02020603050405020304" pitchFamily="18" charset="0"/>
              <a:cs typeface="Times New Roman" panose="02020603050405020304" pitchFamily="18" charset="0"/>
            </a:endParaRPr>
          </a:p>
        </p:txBody>
      </p:sp>
      <p:graphicFrame>
        <p:nvGraphicFramePr>
          <p:cNvPr id="2" name="Content Placeholder 1">
            <a:extLst>
              <a:ext uri="{FF2B5EF4-FFF2-40B4-BE49-F238E27FC236}">
                <a16:creationId xmlns:a16="http://schemas.microsoft.com/office/drawing/2014/main" id="{45D8A5E8-39F3-9501-3DA6-9EBDEB7C16C5}"/>
              </a:ext>
            </a:extLst>
          </p:cNvPr>
          <p:cNvGraphicFramePr>
            <a:graphicFrameLocks noGrp="1"/>
          </p:cNvGraphicFramePr>
          <p:nvPr>
            <p:ph idx="1"/>
            <p:extLst>
              <p:ext uri="{D42A27DB-BD31-4B8C-83A1-F6EECF244321}">
                <p14:modId xmlns:p14="http://schemas.microsoft.com/office/powerpoint/2010/main" val="4190487634"/>
              </p:ext>
            </p:extLst>
          </p:nvPr>
        </p:nvGraphicFramePr>
        <p:xfrm>
          <a:off x="159737" y="2100363"/>
          <a:ext cx="11728449" cy="828040"/>
        </p:xfrm>
        <a:graphic>
          <a:graphicData uri="http://schemas.openxmlformats.org/drawingml/2006/table">
            <a:tbl>
              <a:tblPr firstRow="1" bandRow="1">
                <a:tableStyleId>{21E4AEA4-8DFA-4A89-87EB-49C32662AFE0}</a:tableStyleId>
              </a:tblPr>
              <a:tblGrid>
                <a:gridCol w="1207050">
                  <a:extLst>
                    <a:ext uri="{9D8B030D-6E8A-4147-A177-3AD203B41FA5}">
                      <a16:colId xmlns:a16="http://schemas.microsoft.com/office/drawing/2014/main" val="302132799"/>
                    </a:ext>
                  </a:extLst>
                </a:gridCol>
                <a:gridCol w="6611916">
                  <a:extLst>
                    <a:ext uri="{9D8B030D-6E8A-4147-A177-3AD203B41FA5}">
                      <a16:colId xmlns:a16="http://schemas.microsoft.com/office/drawing/2014/main" val="269547605"/>
                    </a:ext>
                  </a:extLst>
                </a:gridCol>
                <a:gridCol w="3909483">
                  <a:extLst>
                    <a:ext uri="{9D8B030D-6E8A-4147-A177-3AD203B41FA5}">
                      <a16:colId xmlns:a16="http://schemas.microsoft.com/office/drawing/2014/main" val="4143155513"/>
                    </a:ext>
                  </a:extLst>
                </a:gridCol>
              </a:tblGrid>
              <a:tr h="370840">
                <a:tc>
                  <a:txBody>
                    <a:bodyPr/>
                    <a:lstStyle/>
                    <a:p>
                      <a:r>
                        <a:rPr lang="en-IN" dirty="0"/>
                        <a:t>s.no.</a:t>
                      </a:r>
                    </a:p>
                  </a:txBody>
                  <a:tcPr/>
                </a:tc>
                <a:tc>
                  <a:txBody>
                    <a:bodyPr/>
                    <a:lstStyle/>
                    <a:p>
                      <a:r>
                        <a:rPr lang="en-IN" dirty="0"/>
                        <a:t>topic</a:t>
                      </a:r>
                    </a:p>
                  </a:txBody>
                  <a:tcPr/>
                </a:tc>
                <a:tc>
                  <a:txBody>
                    <a:bodyPr/>
                    <a:lstStyle/>
                    <a:p>
                      <a:r>
                        <a:rPr lang="en-IN" dirty="0"/>
                        <a:t>outcomes</a:t>
                      </a:r>
                    </a:p>
                  </a:txBody>
                  <a:tcPr/>
                </a:tc>
                <a:extLst>
                  <a:ext uri="{0D108BD9-81ED-4DB2-BD59-A6C34878D82A}">
                    <a16:rowId xmlns:a16="http://schemas.microsoft.com/office/drawing/2014/main" val="2362055284"/>
                  </a:ext>
                </a:extLst>
              </a:tr>
              <a:tr h="370840">
                <a:tc>
                  <a:txBody>
                    <a:bodyPr/>
                    <a:lstStyle/>
                    <a:p>
                      <a:r>
                        <a:rPr lang="en-IN"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To learn the Risks Mitigation Strategies.</a:t>
                      </a:r>
                      <a:endParaRPr lang="en-US" sz="2400" b="1" dirty="0">
                        <a:latin typeface="Times New Roman" panose="02020603050405020304" pitchFamily="18" charset="0"/>
                        <a:cs typeface="Times New Roman" panose="02020603050405020304" pitchFamily="18" charset="0"/>
                      </a:endParaRPr>
                    </a:p>
                  </a:txBody>
                  <a:tcPr/>
                </a:tc>
                <a:tc>
                  <a:txBody>
                    <a:bodyPr/>
                    <a:lstStyle/>
                    <a:p>
                      <a:r>
                        <a:rPr lang="en-IN" dirty="0"/>
                        <a:t>CO2</a:t>
                      </a:r>
                    </a:p>
                  </a:txBody>
                  <a:tcPr/>
                </a:tc>
                <a:extLst>
                  <a:ext uri="{0D108BD9-81ED-4DB2-BD59-A6C34878D82A}">
                    <a16:rowId xmlns:a16="http://schemas.microsoft.com/office/drawing/2014/main" val="4245947266"/>
                  </a:ext>
                </a:extLst>
              </a:tr>
            </a:tbl>
          </a:graphicData>
        </a:graphic>
      </p:graphicFrame>
    </p:spTree>
    <p:extLst>
      <p:ext uri="{BB962C8B-B14F-4D97-AF65-F5344CB8AC3E}">
        <p14:creationId xmlns:p14="http://schemas.microsoft.com/office/powerpoint/2010/main" val="104209489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2180FA7-B6DA-EA97-FE34-F7C3583C6D3D}"/>
              </a:ext>
            </a:extLst>
          </p:cNvPr>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Risk Identification Analysis</a:t>
            </a:r>
          </a:p>
        </p:txBody>
      </p:sp>
      <p:pic>
        <p:nvPicPr>
          <p:cNvPr id="4" name="Picture 2" descr="Risk Identification | The MITRE Corporation">
            <a:extLst>
              <a:ext uri="{FF2B5EF4-FFF2-40B4-BE49-F238E27FC236}">
                <a16:creationId xmlns:a16="http://schemas.microsoft.com/office/drawing/2014/main" id="{964D7054-65B5-CC7C-A148-7B170496AB12}"/>
              </a:ext>
            </a:extLst>
          </p:cNvPr>
          <p:cNvPicPr>
            <a:picLocks noGrp="1" noChangeAspect="1" noChangeArrowheads="1"/>
          </p:cNvPicPr>
          <p:nvPr>
            <p:ph idx="1"/>
          </p:nvPr>
        </p:nvPicPr>
        <p:blipFill>
          <a:blip r:embed="rId2"/>
          <a:srcRect/>
          <a:stretch>
            <a:fillRect/>
          </a:stretch>
        </p:blipFill>
        <p:spPr bwMode="auto">
          <a:xfrm>
            <a:off x="1819175" y="1155032"/>
            <a:ext cx="8431730" cy="5053263"/>
          </a:xfrm>
          <a:prstGeom prst="rect">
            <a:avLst/>
          </a:prstGeom>
          <a:noFill/>
        </p:spPr>
      </p:pic>
    </p:spTree>
    <p:extLst>
      <p:ext uri="{BB962C8B-B14F-4D97-AF65-F5344CB8AC3E}">
        <p14:creationId xmlns:p14="http://schemas.microsoft.com/office/powerpoint/2010/main" val="109416351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2180FA7-B6DA-EA97-FE34-F7C3583C6D3D}"/>
              </a:ext>
            </a:extLst>
          </p:cNvPr>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Risk Identification Analysis</a:t>
            </a:r>
            <a:endParaRPr lang="en-IN" sz="3600" dirty="0"/>
          </a:p>
        </p:txBody>
      </p:sp>
      <p:sp>
        <p:nvSpPr>
          <p:cNvPr id="4" name="Content Placeholder 8">
            <a:extLst>
              <a:ext uri="{FF2B5EF4-FFF2-40B4-BE49-F238E27FC236}">
                <a16:creationId xmlns:a16="http://schemas.microsoft.com/office/drawing/2014/main" id="{5680A917-DEFD-1127-E0E8-7688B13B397B}"/>
              </a:ext>
            </a:extLst>
          </p:cNvPr>
          <p:cNvSpPr txBox="1">
            <a:spLocks/>
          </p:cNvSpPr>
          <p:nvPr/>
        </p:nvSpPr>
        <p:spPr>
          <a:xfrm>
            <a:off x="152400" y="838200"/>
            <a:ext cx="8991600" cy="55626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None/>
            </a:pPr>
            <a:r>
              <a:rPr lang="en-US"/>
              <a:t>	</a:t>
            </a:r>
          </a:p>
          <a:p>
            <a:pPr algn="just">
              <a:buFont typeface="Arial" panose="020B0604020202020204" pitchFamily="34" charset="0"/>
              <a:buNone/>
            </a:pPr>
            <a:r>
              <a:rPr lang="en-US"/>
              <a:t>	</a:t>
            </a:r>
          </a:p>
          <a:p>
            <a:pPr algn="just">
              <a:buFont typeface="Arial" panose="020B0604020202020204" pitchFamily="34" charset="0"/>
              <a:buNone/>
            </a:pPr>
            <a:r>
              <a:rPr lang="en-US"/>
              <a:t>	1. Include risk management in your projects</a:t>
            </a:r>
          </a:p>
          <a:p>
            <a:pPr algn="just">
              <a:buFont typeface="Arial" panose="020B0604020202020204" pitchFamily="34" charset="0"/>
              <a:buNone/>
            </a:pPr>
            <a:r>
              <a:rPr lang="en-US"/>
              <a:t>	2. Communicate risks to others</a:t>
            </a:r>
          </a:p>
          <a:p>
            <a:pPr algn="just">
              <a:buFont typeface="Arial" panose="020B0604020202020204" pitchFamily="34" charset="0"/>
              <a:buNone/>
            </a:pPr>
            <a:r>
              <a:rPr lang="en-US"/>
              <a:t>	3. Prioritize risks</a:t>
            </a:r>
          </a:p>
          <a:p>
            <a:pPr algn="just">
              <a:buFont typeface="Arial" panose="020B0604020202020204" pitchFamily="34" charset="0"/>
              <a:buNone/>
            </a:pPr>
            <a:r>
              <a:rPr lang="en-US"/>
              <a:t>	4. Analyze risks</a:t>
            </a:r>
          </a:p>
          <a:p>
            <a:pPr algn="just">
              <a:buFont typeface="Arial" panose="020B0604020202020204" pitchFamily="34" charset="0"/>
              <a:buNone/>
            </a:pPr>
            <a:r>
              <a:rPr lang="en-US"/>
              <a:t>	5. Implement risk responses as early as possible</a:t>
            </a:r>
          </a:p>
          <a:p>
            <a:pPr algn="just">
              <a:buFont typeface="Arial" panose="020B0604020202020204" pitchFamily="34" charset="0"/>
              <a:buNone/>
            </a:pPr>
            <a:r>
              <a:rPr lang="en-US"/>
              <a:t>	6. Track them down regularly</a:t>
            </a:r>
          </a:p>
          <a:p>
            <a:pPr algn="just"/>
            <a:endParaRPr lang="en-US" dirty="0"/>
          </a:p>
        </p:txBody>
      </p:sp>
    </p:spTree>
    <p:extLst>
      <p:ext uri="{BB962C8B-B14F-4D97-AF65-F5344CB8AC3E}">
        <p14:creationId xmlns:p14="http://schemas.microsoft.com/office/powerpoint/2010/main" val="56443229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2180FA7-B6DA-EA97-FE34-F7C3583C6D3D}"/>
              </a:ext>
            </a:extLst>
          </p:cNvPr>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Risk Identification Analysis</a:t>
            </a:r>
            <a:endParaRPr lang="en-IN" sz="3600" dirty="0"/>
          </a:p>
        </p:txBody>
      </p:sp>
      <p:pic>
        <p:nvPicPr>
          <p:cNvPr id="2" name="Picture 3">
            <a:extLst>
              <a:ext uri="{FF2B5EF4-FFF2-40B4-BE49-F238E27FC236}">
                <a16:creationId xmlns:a16="http://schemas.microsoft.com/office/drawing/2014/main" id="{8201729D-775C-BCE1-E39C-5C9E44EB3D18}"/>
              </a:ext>
            </a:extLst>
          </p:cNvPr>
          <p:cNvPicPr>
            <a:picLocks noChangeAspect="1" noChangeArrowheads="1"/>
          </p:cNvPicPr>
          <p:nvPr/>
        </p:nvPicPr>
        <p:blipFill>
          <a:blip r:embed="rId2"/>
          <a:srcRect/>
          <a:stretch>
            <a:fillRect/>
          </a:stretch>
        </p:blipFill>
        <p:spPr bwMode="auto">
          <a:xfrm>
            <a:off x="76200" y="954162"/>
            <a:ext cx="11705122" cy="5294238"/>
          </a:xfrm>
          <a:prstGeom prst="rect">
            <a:avLst/>
          </a:prstGeom>
          <a:ln>
            <a:noFill/>
          </a:ln>
          <a:effectLst>
            <a:softEdge rad="112500"/>
          </a:effectLst>
        </p:spPr>
      </p:pic>
    </p:spTree>
    <p:extLst>
      <p:ext uri="{BB962C8B-B14F-4D97-AF65-F5344CB8AC3E}">
        <p14:creationId xmlns:p14="http://schemas.microsoft.com/office/powerpoint/2010/main" val="209546304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Daily quiz</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p:txBody>
          <a:bodyPr>
            <a:normAutofit/>
          </a:bodyPr>
          <a:lstStyle/>
          <a:p>
            <a:pPr marL="514350" indent="-514350" algn="just">
              <a:buFont typeface="+mj-lt"/>
              <a:buAutoNum type="arabicPeriod"/>
            </a:pPr>
            <a:r>
              <a:rPr lang="en-US" sz="2400" dirty="0">
                <a:latin typeface="Times New Roman" panose="02020603050405020304" pitchFamily="18" charset="0"/>
                <a:cs typeface="Times New Roman" panose="02020603050405020304" pitchFamily="18" charset="0"/>
              </a:rPr>
              <a:t>Discuss the project identification. </a:t>
            </a:r>
          </a:p>
          <a:p>
            <a:pPr marL="514350" indent="-514350" algn="just">
              <a:buFont typeface="+mj-lt"/>
              <a:buAutoNum type="arabicPeriod"/>
            </a:pPr>
            <a:r>
              <a:rPr lang="en-US" sz="2400" dirty="0">
                <a:latin typeface="Times New Roman" panose="02020603050405020304" pitchFamily="18" charset="0"/>
                <a:cs typeface="Times New Roman" panose="02020603050405020304" pitchFamily="18" charset="0"/>
              </a:rPr>
              <a:t>Explain the idea generation process. </a:t>
            </a:r>
          </a:p>
          <a:p>
            <a:pPr marL="514350" indent="-514350" algn="just">
              <a:buFont typeface="+mj-lt"/>
              <a:buAutoNum type="arabicPeriod"/>
            </a:pPr>
            <a:r>
              <a:rPr lang="en-US" sz="2400" dirty="0">
                <a:latin typeface="Times New Roman" panose="02020603050405020304" pitchFamily="18" charset="0"/>
                <a:cs typeface="Times New Roman" panose="02020603050405020304" pitchFamily="18" charset="0"/>
              </a:rPr>
              <a:t>Explain various sources of secondary data. </a:t>
            </a:r>
          </a:p>
          <a:p>
            <a:pPr marL="514350" indent="-514350" algn="just">
              <a:buFont typeface="+mj-lt"/>
              <a:buAutoNum type="arabicPeriod"/>
            </a:pPr>
            <a:r>
              <a:rPr lang="en-US" sz="2400" dirty="0">
                <a:latin typeface="Times New Roman" panose="02020603050405020304" pitchFamily="18" charset="0"/>
                <a:cs typeface="Times New Roman" panose="02020603050405020304" pitchFamily="18" charset="0"/>
              </a:rPr>
              <a:t>Describe the chain ratio method of demand forecasting. </a:t>
            </a:r>
          </a:p>
          <a:p>
            <a:pPr marL="514350" indent="-514350" algn="just">
              <a:buFont typeface="+mj-lt"/>
              <a:buAutoNum type="arabicPeriod"/>
            </a:pPr>
            <a:r>
              <a:rPr lang="en-US" sz="2400" dirty="0">
                <a:latin typeface="Times New Roman" panose="02020603050405020304" pitchFamily="18" charset="0"/>
                <a:cs typeface="Times New Roman" panose="02020603050405020304" pitchFamily="18" charset="0"/>
              </a:rPr>
              <a:t>Discuss the methodology of the Delphi Technique. </a:t>
            </a:r>
          </a:p>
          <a:p>
            <a:pPr marL="514350" indent="-514350" algn="just">
              <a:buFont typeface="+mj-lt"/>
              <a:buAutoNum type="arabicPeriod"/>
            </a:pPr>
            <a:r>
              <a:rPr lang="en-US" sz="2400" dirty="0">
                <a:latin typeface="Times New Roman" panose="02020603050405020304" pitchFamily="18" charset="0"/>
                <a:cs typeface="Times New Roman" panose="02020603050405020304" pitchFamily="18" charset="0"/>
              </a:rPr>
              <a:t>Describe the types of risks associated with projects. </a:t>
            </a:r>
          </a:p>
          <a:p>
            <a:pPr marL="514350" indent="-514350" algn="just">
              <a:buFont typeface="+mj-lt"/>
              <a:buAutoNum type="arabicPeriod"/>
            </a:pPr>
            <a:r>
              <a:rPr lang="en-US" sz="2400" dirty="0">
                <a:latin typeface="Times New Roman" panose="02020603050405020304" pitchFamily="18" charset="0"/>
                <a:cs typeface="Times New Roman" panose="02020603050405020304" pitchFamily="18" charset="0"/>
              </a:rPr>
              <a:t>Explain various risk mitigation strategies in project management </a:t>
            </a:r>
          </a:p>
          <a:p>
            <a:pPr marL="514350" indent="-514350" algn="just">
              <a:buFont typeface="+mj-lt"/>
              <a:buAutoNum type="arabicPeriod"/>
            </a:pPr>
            <a:r>
              <a:rPr lang="en-US" sz="2400" dirty="0">
                <a:latin typeface="Times New Roman" panose="02020603050405020304" pitchFamily="18" charset="0"/>
                <a:cs typeface="Times New Roman" panose="02020603050405020304" pitchFamily="18" charset="0"/>
              </a:rPr>
              <a:t>Discuss the process of identifying the risk associated to project.</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983931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Weekly assignment </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p:txBody>
          <a:bodyPr>
            <a:normAutofit/>
          </a:bodyPr>
          <a:lstStyle/>
          <a:p>
            <a:pPr marL="514350" lvl="0" indent="-514350" algn="just">
              <a:buNone/>
            </a:pPr>
            <a:r>
              <a:rPr lang="en-US" sz="2400" dirty="0">
                <a:latin typeface="Times New Roman" panose="02020603050405020304" pitchFamily="18" charset="0"/>
                <a:cs typeface="Times New Roman" panose="02020603050405020304" pitchFamily="18" charset="0"/>
              </a:rPr>
              <a:t>Q1. Describe the identification and generation of ideas in project management.</a:t>
            </a:r>
          </a:p>
          <a:p>
            <a:pPr marL="514350" lvl="0" indent="-514350" algn="just">
              <a:buNone/>
            </a:pPr>
            <a:endParaRPr lang="en-US" sz="2400" dirty="0">
              <a:latin typeface="Times New Roman" panose="02020603050405020304" pitchFamily="18" charset="0"/>
              <a:cs typeface="Times New Roman" panose="02020603050405020304" pitchFamily="18" charset="0"/>
            </a:endParaRPr>
          </a:p>
          <a:p>
            <a:pPr marL="514350" lvl="0" indent="-514350" algn="just">
              <a:buNone/>
            </a:pPr>
            <a:r>
              <a:rPr lang="en-US" sz="2400" dirty="0">
                <a:latin typeface="Times New Roman" panose="02020603050405020304" pitchFamily="18" charset="0"/>
                <a:cs typeface="Times New Roman" panose="02020603050405020304" pitchFamily="18" charset="0"/>
              </a:rPr>
              <a:t>Q2. Describe the market and demand analysis techniques for project management.</a:t>
            </a:r>
          </a:p>
          <a:p>
            <a:pPr marL="514350" lvl="0" indent="-514350" algn="just">
              <a:buAutoNum type="arabicPeriod"/>
            </a:pPr>
            <a:endParaRPr lang="en-US" sz="2400" dirty="0">
              <a:latin typeface="Times New Roman" panose="02020603050405020304" pitchFamily="18" charset="0"/>
              <a:cs typeface="Times New Roman" panose="02020603050405020304" pitchFamily="18" charset="0"/>
            </a:endParaRPr>
          </a:p>
          <a:p>
            <a:pPr marL="514350" lvl="0" indent="-514350" algn="just">
              <a:buNone/>
            </a:pPr>
            <a:r>
              <a:rPr lang="en-US" sz="2400" dirty="0">
                <a:latin typeface="Times New Roman" panose="02020603050405020304" pitchFamily="18" charset="0"/>
                <a:cs typeface="Times New Roman" panose="02020603050405020304" pitchFamily="18" charset="0"/>
              </a:rPr>
              <a:t>Q3. Describe various types of risks associated with project management.</a:t>
            </a:r>
          </a:p>
          <a:p>
            <a:pPr marL="514350" lvl="0" indent="-514350" algn="just">
              <a:buAutoNum type="arabicPeriod"/>
            </a:pPr>
            <a:endParaRPr lang="en-US" sz="2400" dirty="0">
              <a:latin typeface="Times New Roman" panose="02020603050405020304" pitchFamily="18" charset="0"/>
              <a:cs typeface="Times New Roman" panose="02020603050405020304" pitchFamily="18" charset="0"/>
            </a:endParaRPr>
          </a:p>
          <a:p>
            <a:pPr marL="514350" lvl="0" indent="-514350" algn="just">
              <a:buNone/>
            </a:pPr>
            <a:r>
              <a:rPr lang="en-US" sz="2400" dirty="0">
                <a:latin typeface="Times New Roman" panose="02020603050405020304" pitchFamily="18" charset="0"/>
                <a:cs typeface="Times New Roman" panose="02020603050405020304" pitchFamily="18" charset="0"/>
              </a:rPr>
              <a:t>Q4. Describe various risk mitigation strategies in project management.</a:t>
            </a:r>
          </a:p>
          <a:p>
            <a:pPr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470465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Topic links</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p:txBody>
          <a:bodyPr>
            <a:normAutofit/>
          </a:bodyPr>
          <a:lstStyle/>
          <a:p>
            <a:pPr>
              <a:buNone/>
            </a:pPr>
            <a:r>
              <a:rPr lang="en-US" sz="2400" dirty="0">
                <a:latin typeface="Times New Roman" panose="02020603050405020304" pitchFamily="18" charset="0"/>
                <a:cs typeface="Times New Roman" panose="02020603050405020304" pitchFamily="18" charset="0"/>
                <a:hlinkClick r:id="rId2"/>
              </a:rPr>
              <a:t>https://www.youtube.com/watch?v=dAJy-3A6lPM</a:t>
            </a:r>
            <a:endParaRPr lang="en-US" sz="2400" dirty="0">
              <a:latin typeface="Times New Roman" panose="02020603050405020304" pitchFamily="18" charset="0"/>
              <a:cs typeface="Times New Roman" panose="02020603050405020304" pitchFamily="18" charset="0"/>
            </a:endParaRPr>
          </a:p>
          <a:p>
            <a:pPr>
              <a:buNone/>
            </a:pPr>
            <a:endParaRPr lang="en-US" sz="2400"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hlinkClick r:id="rId3"/>
              </a:rPr>
              <a:t>https://www.youtube.com/watch?v=4Or352bDQd4</a:t>
            </a:r>
            <a:endParaRPr lang="en-US" sz="2400" dirty="0">
              <a:latin typeface="Times New Roman" panose="02020603050405020304" pitchFamily="18" charset="0"/>
              <a:cs typeface="Times New Roman" panose="02020603050405020304" pitchFamily="18" charset="0"/>
            </a:endParaRPr>
          </a:p>
          <a:p>
            <a:pPr>
              <a:buNone/>
            </a:pPr>
            <a:endParaRPr lang="en-US" sz="2400" dirty="0">
              <a:latin typeface="Times New Roman" panose="02020603050405020304" pitchFamily="18" charset="0"/>
              <a:cs typeface="Times New Roman" panose="02020603050405020304" pitchFamily="18" charset="0"/>
              <a:hlinkClick r:id="rId4"/>
            </a:endParaRPr>
          </a:p>
          <a:p>
            <a:pPr>
              <a:buNone/>
            </a:pPr>
            <a:r>
              <a:rPr lang="en-US" sz="2400" dirty="0">
                <a:latin typeface="Times New Roman" panose="02020603050405020304" pitchFamily="18" charset="0"/>
                <a:cs typeface="Times New Roman" panose="02020603050405020304" pitchFamily="18" charset="0"/>
                <a:hlinkClick r:id="rId4"/>
              </a:rPr>
              <a:t>https://www.youtube.com/watch?v=a0pAWPrKiGk</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303531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MCQs</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p:txBody>
          <a:bodyPr>
            <a:normAutofit/>
          </a:bodyPr>
          <a:lstStyle/>
          <a:p>
            <a:pPr marL="0" marR="0">
              <a:lnSpc>
                <a:spcPct val="110000"/>
              </a:lnSpc>
              <a:spcBef>
                <a:spcPts val="0"/>
              </a:spcBef>
              <a:buNone/>
            </a:pPr>
            <a:r>
              <a:rPr lang="en-US" sz="2400" dirty="0">
                <a:latin typeface="Times New Roman" panose="02020603050405020304" pitchFamily="18" charset="0"/>
                <a:ea typeface="Times New Roman"/>
                <a:cs typeface="Times New Roman" panose="02020603050405020304" pitchFamily="18" charset="0"/>
              </a:rPr>
              <a:t>Q1. ETIG stands for.</a:t>
            </a:r>
          </a:p>
          <a:p>
            <a:pPr lvl="0">
              <a:lnSpc>
                <a:spcPct val="110000"/>
              </a:lnSpc>
              <a:spcBef>
                <a:spcPts val="0"/>
              </a:spcBef>
              <a:buFont typeface="+mj-lt"/>
              <a:buAutoNum type="alphaUcPeriod"/>
            </a:pPr>
            <a:r>
              <a:rPr lang="en-US" sz="2400" b="1" dirty="0">
                <a:latin typeface="Times New Roman" panose="02020603050405020304" pitchFamily="18" charset="0"/>
                <a:ea typeface="Times New Roman"/>
                <a:cs typeface="Times New Roman" panose="02020603050405020304" pitchFamily="18" charset="0"/>
              </a:rPr>
              <a:t>Economic times intelligence group</a:t>
            </a:r>
            <a:endParaRPr lang="en-US" sz="2400" dirty="0">
              <a:latin typeface="Times New Roman" panose="02020603050405020304" pitchFamily="18" charset="0"/>
              <a:ea typeface="Times New Roman"/>
              <a:cs typeface="Times New Roman" panose="02020603050405020304" pitchFamily="18" charset="0"/>
            </a:endParaRPr>
          </a:p>
          <a:p>
            <a:pPr lvl="0">
              <a:lnSpc>
                <a:spcPct val="110000"/>
              </a:lnSpc>
              <a:spcBef>
                <a:spcPts val="0"/>
              </a:spcBef>
              <a:buFont typeface="+mj-lt"/>
              <a:buAutoNum type="alphaUcPeriod"/>
            </a:pPr>
            <a:r>
              <a:rPr lang="en-US" sz="2400" dirty="0">
                <a:latin typeface="Times New Roman" panose="02020603050405020304" pitchFamily="18" charset="0"/>
                <a:ea typeface="Times New Roman"/>
                <a:cs typeface="Times New Roman" panose="02020603050405020304" pitchFamily="18" charset="0"/>
              </a:rPr>
              <a:t>Economic, Technological, Implementation, Governance</a:t>
            </a:r>
          </a:p>
          <a:p>
            <a:pPr lvl="0">
              <a:lnSpc>
                <a:spcPct val="110000"/>
              </a:lnSpc>
              <a:spcBef>
                <a:spcPts val="0"/>
              </a:spcBef>
              <a:buFont typeface="+mj-lt"/>
              <a:buAutoNum type="alphaUcPeriod"/>
            </a:pPr>
            <a:r>
              <a:rPr lang="en-US" sz="2400" dirty="0">
                <a:latin typeface="Times New Roman" panose="02020603050405020304" pitchFamily="18" charset="0"/>
                <a:ea typeface="Times New Roman"/>
                <a:cs typeface="Times New Roman" panose="02020603050405020304" pitchFamily="18" charset="0"/>
              </a:rPr>
              <a:t>Early Times investigation group</a:t>
            </a:r>
          </a:p>
          <a:p>
            <a:pPr lvl="0">
              <a:lnSpc>
                <a:spcPct val="110000"/>
              </a:lnSpc>
              <a:spcBef>
                <a:spcPts val="0"/>
              </a:spcBef>
              <a:buFont typeface="+mj-lt"/>
              <a:buAutoNum type="alphaUcPeriod"/>
            </a:pPr>
            <a:r>
              <a:rPr lang="en-US" sz="2400" dirty="0">
                <a:latin typeface="Times New Roman" panose="02020603050405020304" pitchFamily="18" charset="0"/>
                <a:ea typeface="Times New Roman"/>
                <a:cs typeface="Times New Roman" panose="02020603050405020304" pitchFamily="18" charset="0"/>
              </a:rPr>
              <a:t>None of the above</a:t>
            </a:r>
          </a:p>
          <a:p>
            <a:pPr lvl="0">
              <a:lnSpc>
                <a:spcPct val="110000"/>
              </a:lnSpc>
              <a:spcBef>
                <a:spcPts val="0"/>
              </a:spcBef>
              <a:buNone/>
            </a:pPr>
            <a:endParaRPr lang="en-US" sz="2400" dirty="0">
              <a:latin typeface="Times New Roman" panose="02020603050405020304" pitchFamily="18" charset="0"/>
              <a:cs typeface="Times New Roman" panose="02020603050405020304" pitchFamily="18" charset="0"/>
            </a:endParaRPr>
          </a:p>
          <a:p>
            <a:pPr marL="0" marR="0">
              <a:lnSpc>
                <a:spcPct val="110000"/>
              </a:lnSpc>
              <a:spcBef>
                <a:spcPts val="0"/>
              </a:spcBef>
              <a:buNone/>
            </a:pPr>
            <a:r>
              <a:rPr lang="en-US" sz="2400" dirty="0">
                <a:latin typeface="Times New Roman" panose="02020603050405020304" pitchFamily="18" charset="0"/>
                <a:ea typeface="Times New Roman"/>
                <a:cs typeface="Times New Roman" panose="02020603050405020304" pitchFamily="18" charset="0"/>
              </a:rPr>
              <a:t>Q2. The market survey can be a.</a:t>
            </a:r>
          </a:p>
          <a:p>
            <a:pPr lvl="0">
              <a:lnSpc>
                <a:spcPct val="110000"/>
              </a:lnSpc>
              <a:spcBef>
                <a:spcPts val="0"/>
              </a:spcBef>
              <a:buFont typeface="+mj-lt"/>
              <a:buAutoNum type="alphaUcPeriod"/>
            </a:pPr>
            <a:r>
              <a:rPr lang="en-US" sz="2400" dirty="0">
                <a:latin typeface="Times New Roman" panose="02020603050405020304" pitchFamily="18" charset="0"/>
                <a:ea typeface="Times New Roman"/>
                <a:cs typeface="Times New Roman" panose="02020603050405020304" pitchFamily="18" charset="0"/>
              </a:rPr>
              <a:t>Census survey</a:t>
            </a:r>
          </a:p>
          <a:p>
            <a:pPr lvl="0">
              <a:lnSpc>
                <a:spcPct val="110000"/>
              </a:lnSpc>
              <a:spcBef>
                <a:spcPts val="0"/>
              </a:spcBef>
              <a:buFont typeface="+mj-lt"/>
              <a:buAutoNum type="alphaUcPeriod"/>
            </a:pPr>
            <a:r>
              <a:rPr lang="en-US" sz="2400" dirty="0">
                <a:latin typeface="Times New Roman" panose="02020603050405020304" pitchFamily="18" charset="0"/>
                <a:ea typeface="Times New Roman"/>
                <a:cs typeface="Times New Roman" panose="02020603050405020304" pitchFamily="18" charset="0"/>
              </a:rPr>
              <a:t>Sample survey</a:t>
            </a:r>
          </a:p>
          <a:p>
            <a:pPr lvl="0">
              <a:lnSpc>
                <a:spcPct val="110000"/>
              </a:lnSpc>
              <a:spcBef>
                <a:spcPts val="0"/>
              </a:spcBef>
              <a:buFont typeface="+mj-lt"/>
              <a:buAutoNum type="alphaUcPeriod"/>
            </a:pPr>
            <a:r>
              <a:rPr lang="en-US" sz="2400" b="1" dirty="0">
                <a:latin typeface="Times New Roman" panose="02020603050405020304" pitchFamily="18" charset="0"/>
                <a:ea typeface="Times New Roman"/>
                <a:cs typeface="Times New Roman" panose="02020603050405020304" pitchFamily="18" charset="0"/>
              </a:rPr>
              <a:t>Both A &amp; B</a:t>
            </a:r>
          </a:p>
          <a:p>
            <a:pPr lvl="0">
              <a:lnSpc>
                <a:spcPct val="110000"/>
              </a:lnSpc>
              <a:spcBef>
                <a:spcPts val="0"/>
              </a:spcBef>
              <a:buFont typeface="+mj-lt"/>
              <a:buAutoNum type="alphaUcPeriod"/>
            </a:pPr>
            <a:r>
              <a:rPr lang="en-US" sz="2400" dirty="0">
                <a:latin typeface="Times New Roman" panose="02020603050405020304" pitchFamily="18" charset="0"/>
                <a:ea typeface="Times New Roman"/>
                <a:cs typeface="Times New Roman" panose="02020603050405020304" pitchFamily="18" charset="0"/>
              </a:rPr>
              <a:t>None of the above</a:t>
            </a:r>
            <a:endParaRPr lang="en-US"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518467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MCQs</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p:txBody>
          <a:bodyPr>
            <a:normAutofit/>
          </a:bodyPr>
          <a:lstStyle/>
          <a:p>
            <a:pPr marL="0" marR="0">
              <a:spcBef>
                <a:spcPts val="0"/>
              </a:spcBef>
              <a:buNone/>
            </a:pPr>
            <a:r>
              <a:rPr lang="en-US" sz="2400" dirty="0">
                <a:latin typeface="Times New Roman" panose="02020603050405020304" pitchFamily="18" charset="0"/>
                <a:ea typeface="Times New Roman"/>
                <a:cs typeface="Times New Roman" panose="02020603050405020304" pitchFamily="18" charset="0"/>
              </a:rPr>
              <a:t>Q3. In market survey, a sample of _______is contacted or observed.</a:t>
            </a:r>
          </a:p>
          <a:p>
            <a:pPr lvl="0">
              <a:spcBef>
                <a:spcPts val="0"/>
              </a:spcBef>
              <a:buFont typeface="+mj-lt"/>
              <a:buAutoNum type="alphaUcPeriod"/>
            </a:pPr>
            <a:r>
              <a:rPr lang="en-US" sz="2400" b="1" dirty="0">
                <a:latin typeface="Times New Roman" panose="02020603050405020304" pitchFamily="18" charset="0"/>
                <a:ea typeface="Times New Roman"/>
                <a:cs typeface="Times New Roman" panose="02020603050405020304" pitchFamily="18" charset="0"/>
              </a:rPr>
              <a:t>Population</a:t>
            </a:r>
            <a:endParaRPr lang="en-US" sz="2400" dirty="0">
              <a:latin typeface="Times New Roman" panose="02020603050405020304" pitchFamily="18" charset="0"/>
              <a:ea typeface="Times New Roman"/>
              <a:cs typeface="Times New Roman" panose="02020603050405020304" pitchFamily="18" charset="0"/>
            </a:endParaRPr>
          </a:p>
          <a:p>
            <a:pPr lvl="0">
              <a:spcBef>
                <a:spcPts val="0"/>
              </a:spcBef>
              <a:buFont typeface="+mj-lt"/>
              <a:buAutoNum type="alphaUcPeriod"/>
            </a:pPr>
            <a:r>
              <a:rPr lang="en-US" sz="2400" dirty="0">
                <a:latin typeface="Times New Roman" panose="02020603050405020304" pitchFamily="18" charset="0"/>
                <a:ea typeface="Times New Roman"/>
                <a:cs typeface="Times New Roman" panose="02020603050405020304" pitchFamily="18" charset="0"/>
              </a:rPr>
              <a:t>Sample Frame</a:t>
            </a:r>
          </a:p>
          <a:p>
            <a:pPr lvl="0">
              <a:spcBef>
                <a:spcPts val="0"/>
              </a:spcBef>
              <a:buFont typeface="+mj-lt"/>
              <a:buAutoNum type="alphaUcPeriod"/>
            </a:pPr>
            <a:r>
              <a:rPr lang="en-US" sz="2400" dirty="0">
                <a:latin typeface="Times New Roman" panose="02020603050405020304" pitchFamily="18" charset="0"/>
                <a:ea typeface="Times New Roman"/>
                <a:cs typeface="Times New Roman" panose="02020603050405020304" pitchFamily="18" charset="0"/>
              </a:rPr>
              <a:t>Universe</a:t>
            </a:r>
          </a:p>
          <a:p>
            <a:pPr lvl="0">
              <a:spcBef>
                <a:spcPts val="0"/>
              </a:spcBef>
              <a:buFont typeface="+mj-lt"/>
              <a:buAutoNum type="alphaUcPeriod"/>
            </a:pPr>
            <a:r>
              <a:rPr lang="en-US" sz="2400" dirty="0">
                <a:latin typeface="Times New Roman" panose="02020603050405020304" pitchFamily="18" charset="0"/>
                <a:ea typeface="Times New Roman"/>
                <a:cs typeface="Times New Roman" panose="02020603050405020304" pitchFamily="18" charset="0"/>
              </a:rPr>
              <a:t>None of the Above</a:t>
            </a:r>
          </a:p>
          <a:p>
            <a:pPr lvl="0">
              <a:spcBef>
                <a:spcPts val="0"/>
              </a:spcBef>
              <a:buFont typeface="+mj-lt"/>
              <a:buAutoNum type="alphaUcPeriod"/>
            </a:pPr>
            <a:endParaRPr lang="en-US" sz="2400" dirty="0">
              <a:latin typeface="Times New Roman" panose="02020603050405020304" pitchFamily="18" charset="0"/>
              <a:ea typeface="Times New Roman"/>
              <a:cs typeface="Times New Roman" panose="02020603050405020304" pitchFamily="18" charset="0"/>
            </a:endParaRPr>
          </a:p>
          <a:p>
            <a:pPr lvl="0">
              <a:spcBef>
                <a:spcPts val="0"/>
              </a:spcBef>
              <a:buFont typeface="+mj-lt"/>
              <a:buAutoNum type="alphaUcPeriod"/>
            </a:pPr>
            <a:endParaRPr lang="en-US" sz="2400" dirty="0">
              <a:latin typeface="Times New Roman" panose="02020603050405020304" pitchFamily="18" charset="0"/>
              <a:ea typeface="Times New Roman"/>
              <a:cs typeface="Times New Roman" panose="02020603050405020304" pitchFamily="18" charset="0"/>
            </a:endParaRPr>
          </a:p>
          <a:p>
            <a:pPr>
              <a:spcBef>
                <a:spcPts val="0"/>
              </a:spcBef>
              <a:buNone/>
            </a:pPr>
            <a:r>
              <a:rPr lang="en-US" sz="2400" dirty="0">
                <a:latin typeface="Times New Roman" panose="02020603050405020304" pitchFamily="18" charset="0"/>
                <a:cs typeface="Times New Roman" panose="02020603050405020304" pitchFamily="18" charset="0"/>
              </a:rPr>
              <a:t>Q4. Which of the following attributes of the questionnaire has an impact on the results of the market survey?</a:t>
            </a:r>
          </a:p>
          <a:p>
            <a:pPr lvl="0">
              <a:spcBef>
                <a:spcPts val="0"/>
              </a:spcBef>
              <a:buNone/>
            </a:pPr>
            <a:r>
              <a:rPr lang="en-US" sz="2400" dirty="0">
                <a:latin typeface="Times New Roman" panose="02020603050405020304" pitchFamily="18" charset="0"/>
                <a:cs typeface="Times New Roman" panose="02020603050405020304" pitchFamily="18" charset="0"/>
              </a:rPr>
              <a:t>A. Quality</a:t>
            </a:r>
          </a:p>
          <a:p>
            <a:pPr lvl="0">
              <a:spcBef>
                <a:spcPts val="0"/>
              </a:spcBef>
              <a:buNone/>
            </a:pPr>
            <a:r>
              <a:rPr lang="en-US" sz="2400" dirty="0">
                <a:latin typeface="Times New Roman" panose="02020603050405020304" pitchFamily="18" charset="0"/>
                <a:cs typeface="Times New Roman" panose="02020603050405020304" pitchFamily="18" charset="0"/>
              </a:rPr>
              <a:t>B. Adequate questions</a:t>
            </a:r>
          </a:p>
          <a:p>
            <a:pPr lvl="0">
              <a:spcBef>
                <a:spcPts val="0"/>
              </a:spcBef>
              <a:buNone/>
            </a:pPr>
            <a:r>
              <a:rPr lang="en-US" sz="2400" dirty="0">
                <a:latin typeface="Times New Roman" panose="02020603050405020304" pitchFamily="18" charset="0"/>
                <a:cs typeface="Times New Roman" panose="02020603050405020304" pitchFamily="18" charset="0"/>
              </a:rPr>
              <a:t>C. Accuracy</a:t>
            </a:r>
          </a:p>
          <a:p>
            <a:pPr lvl="0">
              <a:spcBef>
                <a:spcPts val="0"/>
              </a:spcBef>
              <a:buNone/>
            </a:pPr>
            <a:r>
              <a:rPr lang="en-US" sz="2400" b="1" dirty="0">
                <a:latin typeface="Times New Roman" panose="02020603050405020304" pitchFamily="18" charset="0"/>
                <a:cs typeface="Times New Roman" panose="02020603050405020304" pitchFamily="18" charset="0"/>
              </a:rPr>
              <a:t>D. All of the above</a:t>
            </a:r>
            <a:endParaRPr lang="en-US"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986359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MCQs</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p:txBody>
          <a:bodyPr>
            <a:normAutofit/>
          </a:bodyPr>
          <a:lstStyle/>
          <a:p>
            <a:pPr marL="0" marR="0">
              <a:lnSpc>
                <a:spcPct val="110000"/>
              </a:lnSpc>
              <a:spcBef>
                <a:spcPts val="0"/>
              </a:spcBef>
              <a:buNone/>
            </a:pPr>
            <a:r>
              <a:rPr lang="en-US" sz="2400" dirty="0">
                <a:latin typeface="Times New Roman" panose="02020603050405020304" pitchFamily="18" charset="0"/>
                <a:ea typeface="Times New Roman"/>
                <a:cs typeface="Times New Roman" panose="02020603050405020304" pitchFamily="18" charset="0"/>
              </a:rPr>
              <a:t>Q5. Bass Diffusion method was developed by.</a:t>
            </a:r>
          </a:p>
          <a:p>
            <a:pPr lvl="0">
              <a:lnSpc>
                <a:spcPct val="110000"/>
              </a:lnSpc>
              <a:spcBef>
                <a:spcPts val="0"/>
              </a:spcBef>
              <a:buFont typeface="+mj-lt"/>
              <a:buAutoNum type="alphaUcPeriod"/>
            </a:pPr>
            <a:r>
              <a:rPr lang="en-US" sz="2400" b="1" dirty="0">
                <a:latin typeface="Times New Roman" panose="02020603050405020304" pitchFamily="18" charset="0"/>
                <a:ea typeface="Times New Roman"/>
                <a:cs typeface="Times New Roman" panose="02020603050405020304" pitchFamily="18" charset="0"/>
              </a:rPr>
              <a:t>Frank Bass</a:t>
            </a:r>
            <a:endParaRPr lang="en-US" sz="2400" dirty="0">
              <a:latin typeface="Times New Roman" panose="02020603050405020304" pitchFamily="18" charset="0"/>
              <a:ea typeface="Times New Roman"/>
              <a:cs typeface="Times New Roman" panose="02020603050405020304" pitchFamily="18" charset="0"/>
            </a:endParaRPr>
          </a:p>
          <a:p>
            <a:pPr lvl="0">
              <a:lnSpc>
                <a:spcPct val="110000"/>
              </a:lnSpc>
              <a:spcBef>
                <a:spcPts val="0"/>
              </a:spcBef>
              <a:buFont typeface="+mj-lt"/>
              <a:buAutoNum type="alphaUcPeriod"/>
            </a:pPr>
            <a:r>
              <a:rPr lang="en-US" sz="2400" dirty="0" err="1">
                <a:latin typeface="Times New Roman" panose="02020603050405020304" pitchFamily="18" charset="0"/>
                <a:ea typeface="Times New Roman"/>
                <a:cs typeface="Times New Roman" panose="02020603050405020304" pitchFamily="18" charset="0"/>
              </a:rPr>
              <a:t>Huses</a:t>
            </a:r>
            <a:r>
              <a:rPr lang="en-US" sz="2400" dirty="0">
                <a:latin typeface="Times New Roman" panose="02020603050405020304" pitchFamily="18" charset="0"/>
                <a:ea typeface="Times New Roman"/>
                <a:cs typeface="Times New Roman" panose="02020603050405020304" pitchFamily="18" charset="0"/>
              </a:rPr>
              <a:t> Bass</a:t>
            </a:r>
          </a:p>
          <a:p>
            <a:pPr lvl="0">
              <a:lnSpc>
                <a:spcPct val="110000"/>
              </a:lnSpc>
              <a:spcBef>
                <a:spcPts val="0"/>
              </a:spcBef>
              <a:buFont typeface="+mj-lt"/>
              <a:buAutoNum type="alphaUcPeriod"/>
            </a:pPr>
            <a:r>
              <a:rPr lang="en-US" sz="2400" dirty="0">
                <a:latin typeface="Times New Roman" panose="02020603050405020304" pitchFamily="18" charset="0"/>
                <a:ea typeface="Times New Roman"/>
                <a:cs typeface="Times New Roman" panose="02020603050405020304" pitchFamily="18" charset="0"/>
              </a:rPr>
              <a:t>Pascal</a:t>
            </a:r>
          </a:p>
          <a:p>
            <a:pPr lvl="0">
              <a:lnSpc>
                <a:spcPct val="110000"/>
              </a:lnSpc>
              <a:spcBef>
                <a:spcPts val="0"/>
              </a:spcBef>
              <a:buFont typeface="+mj-lt"/>
              <a:buAutoNum type="alphaUcPeriod"/>
            </a:pPr>
            <a:r>
              <a:rPr lang="en-US" sz="2400" dirty="0" err="1">
                <a:latin typeface="Times New Roman" panose="02020603050405020304" pitchFamily="18" charset="0"/>
                <a:ea typeface="Times New Roman"/>
                <a:cs typeface="Times New Roman" panose="02020603050405020304" pitchFamily="18" charset="0"/>
              </a:rPr>
              <a:t>Devorak</a:t>
            </a:r>
            <a:endParaRPr lang="en-US" sz="2400" dirty="0">
              <a:latin typeface="Times New Roman" panose="02020603050405020304" pitchFamily="18" charset="0"/>
              <a:ea typeface="Times New Roman"/>
              <a:cs typeface="Times New Roman" panose="02020603050405020304" pitchFamily="18" charset="0"/>
            </a:endParaRPr>
          </a:p>
          <a:p>
            <a:pPr lvl="0">
              <a:lnSpc>
                <a:spcPct val="110000"/>
              </a:lnSpc>
              <a:spcBef>
                <a:spcPts val="0"/>
              </a:spcBef>
              <a:buFont typeface="+mj-lt"/>
              <a:buAutoNum type="alphaUcPeriod"/>
            </a:pPr>
            <a:endParaRPr lang="en-US" sz="2400" dirty="0">
              <a:latin typeface="Times New Roman" panose="02020603050405020304" pitchFamily="18" charset="0"/>
              <a:ea typeface="Times New Roman"/>
              <a:cs typeface="Times New Roman" panose="02020603050405020304" pitchFamily="18" charset="0"/>
            </a:endParaRPr>
          </a:p>
          <a:p>
            <a:pPr marL="0" marR="0">
              <a:lnSpc>
                <a:spcPct val="110000"/>
              </a:lnSpc>
              <a:spcBef>
                <a:spcPts val="0"/>
              </a:spcBef>
              <a:buNone/>
            </a:pPr>
            <a:r>
              <a:rPr lang="en-US" sz="2400" dirty="0">
                <a:latin typeface="Times New Roman" panose="02020603050405020304" pitchFamily="18" charset="0"/>
                <a:ea typeface="Times New Roman"/>
                <a:cs typeface="Times New Roman" panose="02020603050405020304" pitchFamily="18" charset="0"/>
              </a:rPr>
              <a:t>Q6. Leading indicators are the variables that change ______of the other variables.</a:t>
            </a:r>
          </a:p>
          <a:p>
            <a:pPr lvl="0">
              <a:lnSpc>
                <a:spcPct val="110000"/>
              </a:lnSpc>
              <a:spcBef>
                <a:spcPts val="0"/>
              </a:spcBef>
              <a:buFont typeface="+mj-lt"/>
              <a:buAutoNum type="alphaUcPeriod"/>
            </a:pPr>
            <a:r>
              <a:rPr lang="en-US" sz="2400" b="1" dirty="0">
                <a:latin typeface="Times New Roman" panose="02020603050405020304" pitchFamily="18" charset="0"/>
                <a:ea typeface="Times New Roman"/>
                <a:cs typeface="Times New Roman" panose="02020603050405020304" pitchFamily="18" charset="0"/>
              </a:rPr>
              <a:t>Ahead</a:t>
            </a:r>
            <a:endParaRPr lang="en-US" sz="2400" dirty="0">
              <a:latin typeface="Times New Roman" panose="02020603050405020304" pitchFamily="18" charset="0"/>
              <a:ea typeface="Times New Roman"/>
              <a:cs typeface="Times New Roman" panose="02020603050405020304" pitchFamily="18" charset="0"/>
            </a:endParaRPr>
          </a:p>
          <a:p>
            <a:pPr lvl="0">
              <a:lnSpc>
                <a:spcPct val="110000"/>
              </a:lnSpc>
              <a:spcBef>
                <a:spcPts val="0"/>
              </a:spcBef>
              <a:buFont typeface="+mj-lt"/>
              <a:buAutoNum type="alphaUcPeriod"/>
            </a:pPr>
            <a:r>
              <a:rPr lang="en-US" sz="2400" dirty="0">
                <a:latin typeface="Times New Roman" panose="02020603050405020304" pitchFamily="18" charset="0"/>
                <a:ea typeface="Times New Roman"/>
                <a:cs typeface="Times New Roman" panose="02020603050405020304" pitchFamily="18" charset="0"/>
              </a:rPr>
              <a:t>After</a:t>
            </a:r>
          </a:p>
          <a:p>
            <a:pPr lvl="0">
              <a:lnSpc>
                <a:spcPct val="110000"/>
              </a:lnSpc>
              <a:spcBef>
                <a:spcPts val="0"/>
              </a:spcBef>
              <a:buFont typeface="+mj-lt"/>
              <a:buAutoNum type="alphaUcPeriod"/>
            </a:pPr>
            <a:r>
              <a:rPr lang="en-US" sz="2400" dirty="0">
                <a:latin typeface="Times New Roman" panose="02020603050405020304" pitchFamily="18" charset="0"/>
                <a:ea typeface="Times New Roman"/>
                <a:cs typeface="Times New Roman" panose="02020603050405020304" pitchFamily="18" charset="0"/>
              </a:rPr>
              <a:t>Simultaneously</a:t>
            </a:r>
          </a:p>
          <a:p>
            <a:pPr lvl="0">
              <a:lnSpc>
                <a:spcPct val="110000"/>
              </a:lnSpc>
              <a:spcBef>
                <a:spcPts val="0"/>
              </a:spcBef>
              <a:buFont typeface="+mj-lt"/>
              <a:buAutoNum type="alphaUcPeriod"/>
            </a:pPr>
            <a:r>
              <a:rPr lang="en-US" sz="2400" dirty="0">
                <a:latin typeface="Times New Roman" panose="02020603050405020304" pitchFamily="18" charset="0"/>
                <a:ea typeface="Times New Roman"/>
                <a:cs typeface="Times New Roman" panose="02020603050405020304" pitchFamily="18" charset="0"/>
              </a:rPr>
              <a:t>None of these</a:t>
            </a:r>
          </a:p>
          <a:p>
            <a:pPr mar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532987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Old question paper</a:t>
            </a:r>
            <a:endParaRPr lang="en-IN" sz="36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03E0ED3A-4052-6E57-D1F3-B09D83FFE2C7}"/>
              </a:ext>
            </a:extLst>
          </p:cNvPr>
          <p:cNvPicPr>
            <a:picLocks noChangeAspect="1"/>
          </p:cNvPicPr>
          <p:nvPr/>
        </p:nvPicPr>
        <p:blipFill>
          <a:blip r:embed="rId2"/>
          <a:stretch>
            <a:fillRect/>
          </a:stretch>
        </p:blipFill>
        <p:spPr>
          <a:xfrm>
            <a:off x="673768" y="1282589"/>
            <a:ext cx="10289407" cy="4752451"/>
          </a:xfrm>
          <a:prstGeom prst="rect">
            <a:avLst/>
          </a:prstGeom>
        </p:spPr>
      </p:pic>
    </p:spTree>
    <p:extLst>
      <p:ext uri="{BB962C8B-B14F-4D97-AF65-F5344CB8AC3E}">
        <p14:creationId xmlns:p14="http://schemas.microsoft.com/office/powerpoint/2010/main" val="145820620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Old question paper</a:t>
            </a:r>
            <a:endParaRPr lang="en-IN" sz="3600" dirty="0">
              <a:latin typeface="Times New Roman" panose="02020603050405020304" pitchFamily="18" charset="0"/>
              <a:cs typeface="Times New Roman" panose="02020603050405020304" pitchFamily="18" charset="0"/>
            </a:endParaRPr>
          </a:p>
        </p:txBody>
      </p:sp>
      <p:pic>
        <p:nvPicPr>
          <p:cNvPr id="8" name="Content Placeholder 7">
            <a:extLst>
              <a:ext uri="{FF2B5EF4-FFF2-40B4-BE49-F238E27FC236}">
                <a16:creationId xmlns:a16="http://schemas.microsoft.com/office/drawing/2014/main" id="{B3A09C62-24CA-9CA6-E4A3-18C1739D6530}"/>
              </a:ext>
            </a:extLst>
          </p:cNvPr>
          <p:cNvPicPr>
            <a:picLocks noGrp="1" noChangeAspect="1"/>
          </p:cNvPicPr>
          <p:nvPr>
            <p:ph idx="1"/>
          </p:nvPr>
        </p:nvPicPr>
        <p:blipFill>
          <a:blip r:embed="rId2"/>
          <a:stretch>
            <a:fillRect/>
          </a:stretch>
        </p:blipFill>
        <p:spPr>
          <a:xfrm>
            <a:off x="1029903" y="1176338"/>
            <a:ext cx="9490510" cy="5000625"/>
          </a:xfrm>
        </p:spPr>
      </p:pic>
    </p:spTree>
    <p:extLst>
      <p:ext uri="{BB962C8B-B14F-4D97-AF65-F5344CB8AC3E}">
        <p14:creationId xmlns:p14="http://schemas.microsoft.com/office/powerpoint/2010/main" val="19014888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Old question paper</a:t>
            </a:r>
            <a:endParaRPr lang="en-IN" sz="3600"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B5912C31-128F-AC1F-B812-3AD5E5829D8E}"/>
              </a:ext>
            </a:extLst>
          </p:cNvPr>
          <p:cNvPicPr>
            <a:picLocks noGrp="1" noChangeAspect="1"/>
          </p:cNvPicPr>
          <p:nvPr>
            <p:ph idx="1"/>
          </p:nvPr>
        </p:nvPicPr>
        <p:blipFill>
          <a:blip r:embed="rId2"/>
          <a:stretch>
            <a:fillRect/>
          </a:stretch>
        </p:blipFill>
        <p:spPr>
          <a:xfrm>
            <a:off x="1386038" y="1177797"/>
            <a:ext cx="9509760" cy="4997707"/>
          </a:xfrm>
        </p:spPr>
      </p:pic>
    </p:spTree>
    <p:extLst>
      <p:ext uri="{BB962C8B-B14F-4D97-AF65-F5344CB8AC3E}">
        <p14:creationId xmlns:p14="http://schemas.microsoft.com/office/powerpoint/2010/main" val="2115438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Old question paper</a:t>
            </a:r>
            <a:endParaRPr lang="en-IN" sz="36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A2319C6E-17F5-AEA5-C73B-8D50299527B1}"/>
              </a:ext>
            </a:extLst>
          </p:cNvPr>
          <p:cNvPicPr>
            <a:picLocks noGrp="1" noChangeAspect="1"/>
          </p:cNvPicPr>
          <p:nvPr>
            <p:ph idx="1"/>
          </p:nvPr>
        </p:nvPicPr>
        <p:blipFill>
          <a:blip r:embed="rId2"/>
          <a:stretch>
            <a:fillRect/>
          </a:stretch>
        </p:blipFill>
        <p:spPr>
          <a:xfrm>
            <a:off x="1366787" y="1068404"/>
            <a:ext cx="8941869" cy="5059472"/>
          </a:xfrm>
        </p:spPr>
      </p:pic>
    </p:spTree>
    <p:extLst>
      <p:ext uri="{BB962C8B-B14F-4D97-AF65-F5344CB8AC3E}">
        <p14:creationId xmlns:p14="http://schemas.microsoft.com/office/powerpoint/2010/main" val="27130883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Old question paper</a:t>
            </a:r>
            <a:endParaRPr lang="en-IN" sz="36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B283E42F-6FFA-FABF-BF6C-138021B6855C}"/>
              </a:ext>
            </a:extLst>
          </p:cNvPr>
          <p:cNvPicPr>
            <a:picLocks noGrp="1" noChangeAspect="1"/>
          </p:cNvPicPr>
          <p:nvPr>
            <p:ph idx="1"/>
          </p:nvPr>
        </p:nvPicPr>
        <p:blipFill>
          <a:blip r:embed="rId2"/>
          <a:stretch>
            <a:fillRect/>
          </a:stretch>
        </p:blipFill>
        <p:spPr>
          <a:xfrm>
            <a:off x="1135781" y="1180972"/>
            <a:ext cx="9827394" cy="4991357"/>
          </a:xfrm>
        </p:spPr>
      </p:pic>
    </p:spTree>
    <p:extLst>
      <p:ext uri="{BB962C8B-B14F-4D97-AF65-F5344CB8AC3E}">
        <p14:creationId xmlns:p14="http://schemas.microsoft.com/office/powerpoint/2010/main" val="124697132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Old question paper</a:t>
            </a:r>
            <a:endParaRPr lang="en-IN" sz="36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433AD0CF-3AFB-5F13-20EA-3DD3ACF16E5A}"/>
              </a:ext>
            </a:extLst>
          </p:cNvPr>
          <p:cNvPicPr>
            <a:picLocks noGrp="1" noChangeAspect="1"/>
          </p:cNvPicPr>
          <p:nvPr>
            <p:ph idx="1"/>
          </p:nvPr>
        </p:nvPicPr>
        <p:blipFill>
          <a:blip r:embed="rId2"/>
          <a:stretch>
            <a:fillRect/>
          </a:stretch>
        </p:blipFill>
        <p:spPr>
          <a:xfrm>
            <a:off x="895149" y="1195589"/>
            <a:ext cx="10160001" cy="5176336"/>
          </a:xfrm>
        </p:spPr>
      </p:pic>
    </p:spTree>
    <p:extLst>
      <p:ext uri="{BB962C8B-B14F-4D97-AF65-F5344CB8AC3E}">
        <p14:creationId xmlns:p14="http://schemas.microsoft.com/office/powerpoint/2010/main" val="261586191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Expected Questions</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Q1. Describe the situational analysis. </a:t>
            </a: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Q2. Discuss the demand analysis. Explain various demand forecasting techniques used in demand analysis. </a:t>
            </a: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Q3. Explain the project risk. Discuss various categories of the project risks. </a:t>
            </a: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Q4. Explain various risk mitigation strategies that are used in project risk management.</a:t>
            </a:r>
          </a:p>
          <a:p>
            <a:pPr algn="just">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309616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DC8916-682C-133E-9B2B-B610633F179A}"/>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References</a:t>
            </a:r>
          </a:p>
        </p:txBody>
      </p:sp>
      <p:sp>
        <p:nvSpPr>
          <p:cNvPr id="4" name="TextBox 3">
            <a:extLst>
              <a:ext uri="{FF2B5EF4-FFF2-40B4-BE49-F238E27FC236}">
                <a16:creationId xmlns:a16="http://schemas.microsoft.com/office/drawing/2014/main" id="{C12F02D9-084C-80FD-6F08-12CA5ED124BC}"/>
              </a:ext>
            </a:extLst>
          </p:cNvPr>
          <p:cNvSpPr txBox="1"/>
          <p:nvPr/>
        </p:nvSpPr>
        <p:spPr>
          <a:xfrm>
            <a:off x="492369" y="1125416"/>
            <a:ext cx="11550860" cy="6370975"/>
          </a:xfrm>
          <a:prstGeom prst="rect">
            <a:avLst/>
          </a:prstGeom>
          <a:noFill/>
        </p:spPr>
        <p:txBody>
          <a:bodyPr wrap="square">
            <a:spAutoFit/>
          </a:bodyPr>
          <a:lstStyle/>
          <a:p>
            <a:pPr algn="just">
              <a:buNone/>
            </a:pPr>
            <a:r>
              <a:rPr lang="en-US" sz="2400" b="1" dirty="0">
                <a:latin typeface="Times New Roman" panose="02020603050405020304" pitchFamily="18" charset="0"/>
                <a:cs typeface="Times New Roman" panose="02020603050405020304" pitchFamily="18" charset="0"/>
              </a:rPr>
              <a:t>Books:</a:t>
            </a:r>
          </a:p>
          <a:p>
            <a:pPr algn="l"/>
            <a:r>
              <a:rPr lang="en-US" sz="2400" dirty="0">
                <a:solidFill>
                  <a:srgbClr val="212121"/>
                </a:solidFill>
                <a:latin typeface="Times New Roman" panose="02020603050405020304" pitchFamily="18" charset="0"/>
                <a:cs typeface="Times New Roman" panose="02020603050405020304" pitchFamily="18" charset="0"/>
              </a:rPr>
              <a:t>Larsen, E.W., Gray C.F., &amp; Joshi, R. (2021). </a:t>
            </a:r>
            <a:r>
              <a:rPr lang="en-US" sz="2400" i="1" dirty="0">
                <a:solidFill>
                  <a:srgbClr val="212121"/>
                </a:solidFill>
                <a:latin typeface="Times New Roman" panose="02020603050405020304" pitchFamily="18" charset="0"/>
                <a:cs typeface="Times New Roman" panose="02020603050405020304" pitchFamily="18" charset="0"/>
              </a:rPr>
              <a:t>Project management: The Managerial process</a:t>
            </a:r>
            <a:r>
              <a:rPr lang="en-US" sz="2400" dirty="0">
                <a:solidFill>
                  <a:srgbClr val="212121"/>
                </a:solidFill>
                <a:latin typeface="Times New Roman" panose="02020603050405020304" pitchFamily="18" charset="0"/>
                <a:cs typeface="Times New Roman" panose="02020603050405020304" pitchFamily="18" charset="0"/>
              </a:rPr>
              <a:t>. McGraw Hill. </a:t>
            </a:r>
            <a:endParaRPr lang="en-US" sz="2400" dirty="0">
              <a:solidFill>
                <a:srgbClr val="000000"/>
              </a:solidFill>
              <a:latin typeface="Times New Roman" panose="02020603050405020304" pitchFamily="18" charset="0"/>
              <a:cs typeface="Times New Roman" panose="02020603050405020304" pitchFamily="18" charset="0"/>
            </a:endParaRPr>
          </a:p>
          <a:p>
            <a:pPr algn="l"/>
            <a:r>
              <a:rPr lang="en-US" sz="2400" dirty="0">
                <a:solidFill>
                  <a:srgbClr val="212121"/>
                </a:solidFill>
                <a:latin typeface="Times New Roman" panose="02020603050405020304" pitchFamily="18" charset="0"/>
                <a:cs typeface="Times New Roman" panose="02020603050405020304" pitchFamily="18" charset="0"/>
              </a:rPr>
              <a:t>Chandra, P. (2019). </a:t>
            </a:r>
            <a:r>
              <a:rPr lang="en-US" sz="2400" i="1" dirty="0">
                <a:solidFill>
                  <a:srgbClr val="212121"/>
                </a:solidFill>
                <a:latin typeface="Times New Roman" panose="02020603050405020304" pitchFamily="18" charset="0"/>
                <a:cs typeface="Times New Roman" panose="02020603050405020304" pitchFamily="18" charset="0"/>
              </a:rPr>
              <a:t>Projects: Planning, Analysis, Selection, Financing, Implementation and Review. </a:t>
            </a:r>
            <a:r>
              <a:rPr lang="en-US" sz="2400" dirty="0">
                <a:solidFill>
                  <a:srgbClr val="212121"/>
                </a:solidFill>
                <a:latin typeface="Times New Roman" panose="02020603050405020304" pitchFamily="18" charset="0"/>
                <a:cs typeface="Times New Roman" panose="02020603050405020304" pitchFamily="18" charset="0"/>
              </a:rPr>
              <a:t>McGraw Hill. </a:t>
            </a:r>
            <a:endParaRPr lang="en-US" sz="2400" dirty="0">
              <a:solidFill>
                <a:srgbClr val="000000"/>
              </a:solidFill>
              <a:latin typeface="Times New Roman" panose="02020603050405020304" pitchFamily="18" charset="0"/>
              <a:cs typeface="Times New Roman" panose="02020603050405020304" pitchFamily="18" charset="0"/>
            </a:endParaRPr>
          </a:p>
          <a:p>
            <a:pPr algn="just">
              <a:buNone/>
            </a:pPr>
            <a:endParaRPr lang="en-US" sz="2400" b="1" dirty="0">
              <a:latin typeface="Times New Roman" panose="02020603050405020304" pitchFamily="18" charset="0"/>
              <a:cs typeface="Times New Roman" panose="02020603050405020304" pitchFamily="18" charset="0"/>
            </a:endParaRPr>
          </a:p>
          <a:p>
            <a:pPr algn="just">
              <a:buNone/>
            </a:pPr>
            <a:r>
              <a:rPr lang="en-US" sz="2400" b="1" dirty="0">
                <a:latin typeface="Times New Roman" panose="02020603050405020304" pitchFamily="18" charset="0"/>
                <a:cs typeface="Times New Roman" panose="02020603050405020304" pitchFamily="18" charset="0"/>
              </a:rPr>
              <a:t>REFERENCE BOOK:</a:t>
            </a:r>
          </a:p>
          <a:p>
            <a:r>
              <a:rPr lang="en-US" sz="2400" dirty="0">
                <a:solidFill>
                  <a:srgbClr val="212121"/>
                </a:solidFill>
                <a:latin typeface="Times New Roman" panose="02020603050405020304" pitchFamily="18" charset="0"/>
                <a:cs typeface="Times New Roman" panose="02020603050405020304" pitchFamily="18" charset="0"/>
              </a:rPr>
              <a:t>Nagarajan, K. (2017). </a:t>
            </a:r>
            <a:r>
              <a:rPr lang="en-US" sz="2400" i="1" dirty="0">
                <a:solidFill>
                  <a:srgbClr val="212121"/>
                </a:solidFill>
                <a:latin typeface="Times New Roman" panose="02020603050405020304" pitchFamily="18" charset="0"/>
                <a:cs typeface="Times New Roman" panose="02020603050405020304" pitchFamily="18" charset="0"/>
              </a:rPr>
              <a:t>Project Management. </a:t>
            </a:r>
            <a:r>
              <a:rPr lang="en-US" sz="2400" dirty="0">
                <a:solidFill>
                  <a:srgbClr val="212121"/>
                </a:solidFill>
                <a:latin typeface="Times New Roman" panose="02020603050405020304" pitchFamily="18" charset="0"/>
                <a:cs typeface="Times New Roman" panose="02020603050405020304" pitchFamily="18" charset="0"/>
              </a:rPr>
              <a:t>New Age International Pvt. Ltd. </a:t>
            </a:r>
            <a:endParaRPr lang="en-US" sz="2400" dirty="0">
              <a:solidFill>
                <a:srgbClr val="000000"/>
              </a:solidFill>
              <a:latin typeface="Times New Roman" panose="02020603050405020304" pitchFamily="18" charset="0"/>
              <a:cs typeface="Times New Roman" panose="02020603050405020304" pitchFamily="18" charset="0"/>
            </a:endParaRPr>
          </a:p>
          <a:p>
            <a:r>
              <a:rPr lang="en-US" sz="2400" dirty="0" err="1">
                <a:solidFill>
                  <a:srgbClr val="000000"/>
                </a:solidFill>
                <a:latin typeface="Times New Roman" panose="02020603050405020304" pitchFamily="18" charset="0"/>
                <a:cs typeface="Times New Roman" panose="02020603050405020304" pitchFamily="18" charset="0"/>
              </a:rPr>
              <a:t>Paneerselvam</a:t>
            </a:r>
            <a:r>
              <a:rPr lang="en-US" sz="2400" dirty="0">
                <a:solidFill>
                  <a:srgbClr val="000000"/>
                </a:solidFill>
                <a:latin typeface="Times New Roman" panose="02020603050405020304" pitchFamily="18" charset="0"/>
                <a:cs typeface="Times New Roman" panose="02020603050405020304" pitchFamily="18" charset="0"/>
              </a:rPr>
              <a:t>, R., &amp; </a:t>
            </a:r>
            <a:r>
              <a:rPr lang="en-US" sz="2400" dirty="0" err="1">
                <a:solidFill>
                  <a:srgbClr val="000000"/>
                </a:solidFill>
                <a:latin typeface="Times New Roman" panose="02020603050405020304" pitchFamily="18" charset="0"/>
                <a:cs typeface="Times New Roman" panose="02020603050405020304" pitchFamily="18" charset="0"/>
              </a:rPr>
              <a:t>Senthilkumar</a:t>
            </a:r>
            <a:r>
              <a:rPr lang="en-US" sz="2400" dirty="0">
                <a:solidFill>
                  <a:srgbClr val="000000"/>
                </a:solidFill>
                <a:latin typeface="Times New Roman" panose="02020603050405020304" pitchFamily="18" charset="0"/>
                <a:cs typeface="Times New Roman" panose="02020603050405020304" pitchFamily="18" charset="0"/>
              </a:rPr>
              <a:t>, P. </a:t>
            </a:r>
            <a:r>
              <a:rPr lang="en-US" sz="2400" dirty="0">
                <a:solidFill>
                  <a:srgbClr val="212121"/>
                </a:solidFill>
                <a:latin typeface="Times New Roman" panose="02020603050405020304" pitchFamily="18" charset="0"/>
                <a:cs typeface="Times New Roman" panose="02020603050405020304" pitchFamily="18" charset="0"/>
              </a:rPr>
              <a:t>(2013). </a:t>
            </a:r>
            <a:r>
              <a:rPr lang="en-US" sz="2400" i="1" dirty="0">
                <a:solidFill>
                  <a:srgbClr val="212121"/>
                </a:solidFill>
                <a:latin typeface="Times New Roman" panose="02020603050405020304" pitchFamily="18" charset="0"/>
                <a:cs typeface="Times New Roman" panose="02020603050405020304" pitchFamily="18" charset="0"/>
              </a:rPr>
              <a:t>Project Management. </a:t>
            </a:r>
            <a:r>
              <a:rPr lang="en-US" sz="2400" dirty="0">
                <a:solidFill>
                  <a:srgbClr val="212121"/>
                </a:solidFill>
                <a:latin typeface="Times New Roman" panose="02020603050405020304" pitchFamily="18" charset="0"/>
                <a:cs typeface="Times New Roman" panose="02020603050405020304" pitchFamily="18" charset="0"/>
              </a:rPr>
              <a:t>Prentice </a:t>
            </a:r>
            <a:r>
              <a:rPr lang="en-US" sz="2400" dirty="0">
                <a:solidFill>
                  <a:srgbClr val="000000"/>
                </a:solidFill>
                <a:latin typeface="Times New Roman" panose="02020603050405020304" pitchFamily="18" charset="0"/>
                <a:cs typeface="Times New Roman" panose="02020603050405020304" pitchFamily="18" charset="0"/>
              </a:rPr>
              <a:t>Hall India Learning Pvt. Ltd. </a:t>
            </a:r>
          </a:p>
          <a:p>
            <a:r>
              <a:rPr lang="en-IN" sz="2400" dirty="0">
                <a:solidFill>
                  <a:srgbClr val="212121"/>
                </a:solidFill>
                <a:latin typeface="Times New Roman" panose="02020603050405020304" pitchFamily="18" charset="0"/>
                <a:cs typeface="Times New Roman" panose="02020603050405020304" pitchFamily="18" charset="0"/>
              </a:rPr>
              <a:t>Pinto, J.K. (2020). </a:t>
            </a:r>
            <a:r>
              <a:rPr lang="en-IN" sz="2400" i="1" dirty="0">
                <a:solidFill>
                  <a:srgbClr val="212121"/>
                </a:solidFill>
                <a:latin typeface="Times New Roman" panose="02020603050405020304" pitchFamily="18" charset="0"/>
                <a:cs typeface="Times New Roman" panose="02020603050405020304" pitchFamily="18" charset="0"/>
              </a:rPr>
              <a:t>Project Management. </a:t>
            </a:r>
            <a:r>
              <a:rPr lang="en-IN" sz="2400" dirty="0">
                <a:solidFill>
                  <a:srgbClr val="212121"/>
                </a:solidFill>
                <a:latin typeface="Times New Roman" panose="02020603050405020304" pitchFamily="18" charset="0"/>
                <a:cs typeface="Times New Roman" panose="02020603050405020304" pitchFamily="18" charset="0"/>
              </a:rPr>
              <a:t>Global </a:t>
            </a:r>
            <a:r>
              <a:rPr lang="en-IN" sz="2400" dirty="0" err="1">
                <a:solidFill>
                  <a:srgbClr val="212121"/>
                </a:solidFill>
                <a:latin typeface="Times New Roman" panose="02020603050405020304" pitchFamily="18" charset="0"/>
                <a:cs typeface="Times New Roman" panose="02020603050405020304" pitchFamily="18" charset="0"/>
              </a:rPr>
              <a:t>EduTech</a:t>
            </a:r>
            <a:r>
              <a:rPr lang="en-IN" sz="2400" dirty="0">
                <a:solidFill>
                  <a:srgbClr val="212121"/>
                </a:solidFill>
                <a:latin typeface="Times New Roman" panose="02020603050405020304" pitchFamily="18" charset="0"/>
                <a:cs typeface="Times New Roman" panose="02020603050405020304" pitchFamily="18" charset="0"/>
              </a:rPr>
              <a:t>. </a:t>
            </a:r>
            <a:endParaRPr lang="en-IN" sz="2400" dirty="0">
              <a:solidFill>
                <a:srgbClr val="000000"/>
              </a:solidFill>
              <a:latin typeface="Times New Roman" panose="02020603050405020304" pitchFamily="18" charset="0"/>
              <a:cs typeface="Times New Roman" panose="02020603050405020304" pitchFamily="18" charset="0"/>
            </a:endParaRPr>
          </a:p>
          <a:p>
            <a:r>
              <a:rPr lang="en-US" sz="2400" dirty="0">
                <a:solidFill>
                  <a:srgbClr val="212121"/>
                </a:solidFill>
                <a:latin typeface="Times New Roman" panose="02020603050405020304" pitchFamily="18" charset="0"/>
                <a:cs typeface="Times New Roman" panose="02020603050405020304" pitchFamily="18" charset="0"/>
              </a:rPr>
              <a:t>Desai, V. (2016). </a:t>
            </a:r>
            <a:r>
              <a:rPr lang="en-US" sz="2400" i="1" dirty="0">
                <a:solidFill>
                  <a:srgbClr val="212121"/>
                </a:solidFill>
                <a:latin typeface="Times New Roman" panose="02020603050405020304" pitchFamily="18" charset="0"/>
                <a:cs typeface="Times New Roman" panose="02020603050405020304" pitchFamily="18" charset="0"/>
              </a:rPr>
              <a:t>Project Management. </a:t>
            </a:r>
            <a:r>
              <a:rPr lang="en-US" sz="2400" dirty="0">
                <a:solidFill>
                  <a:srgbClr val="212121"/>
                </a:solidFill>
                <a:latin typeface="Times New Roman" panose="02020603050405020304" pitchFamily="18" charset="0"/>
                <a:cs typeface="Times New Roman" panose="02020603050405020304" pitchFamily="18" charset="0"/>
              </a:rPr>
              <a:t>Himalaya Publishing House. </a:t>
            </a:r>
            <a:r>
              <a:rPr lang="en-US" sz="2400" dirty="0">
                <a:solidFill>
                  <a:srgbClr val="000000"/>
                </a:solidFill>
                <a:latin typeface="Times New Roman" panose="02020603050405020304" pitchFamily="18" charset="0"/>
                <a:cs typeface="Times New Roman" panose="02020603050405020304" pitchFamily="18" charset="0"/>
              </a:rPr>
              <a:t>	</a:t>
            </a:r>
          </a:p>
          <a:p>
            <a:pPr algn="just">
              <a:buNone/>
            </a:pPr>
            <a:endParaRPr lang="en-US" sz="2400" b="1" dirty="0">
              <a:latin typeface="Times New Roman" panose="02020603050405020304" pitchFamily="18" charset="0"/>
              <a:cs typeface="Times New Roman" panose="02020603050405020304" pitchFamily="18" charset="0"/>
            </a:endParaRPr>
          </a:p>
          <a:p>
            <a:pPr algn="just">
              <a:buNone/>
            </a:pPr>
            <a:endParaRPr lang="en-US" sz="2400" b="1"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763723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F4035F-53B5-F064-9EC3-E8E3F4421BC1}"/>
              </a:ext>
            </a:extLst>
          </p:cNvPr>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Recap of unit</a:t>
            </a:r>
            <a:endParaRPr lang="en-IN"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D802C7-80CA-8427-B186-2F8C97B70DEC}"/>
              </a:ext>
            </a:extLst>
          </p:cNvPr>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A risk is defined as “an uncertain event or condition that, if it occurs, has a positive or negative effect on a project's objectives”</a:t>
            </a:r>
          </a:p>
          <a:p>
            <a:pPr algn="just"/>
            <a:r>
              <a:rPr lang="en-US" sz="2400" dirty="0">
                <a:latin typeface="Times New Roman" panose="02020603050405020304" pitchFamily="18" charset="0"/>
                <a:cs typeface="Times New Roman" panose="02020603050405020304" pitchFamily="18" charset="0"/>
              </a:rPr>
              <a:t>The project idea must be compatible with the interest, personality &amp; resources of an entrepreneur</a:t>
            </a:r>
          </a:p>
          <a:p>
            <a:pPr algn="just"/>
            <a:r>
              <a:rPr lang="en-US" sz="2400" dirty="0">
                <a:latin typeface="Times New Roman" panose="02020603050405020304" pitchFamily="18" charset="0"/>
                <a:cs typeface="Times New Roman" panose="02020603050405020304" pitchFamily="18" charset="0"/>
              </a:rPr>
              <a:t>Project Identification is often the outcome of TRIGGERING PROCESSES / EVENTS rather than an analytical exercise.</a:t>
            </a:r>
          </a:p>
          <a:p>
            <a:pPr algn="just"/>
            <a:r>
              <a:rPr lang="en-US" sz="2400" dirty="0">
                <a:latin typeface="Times New Roman" panose="02020603050405020304" pitchFamily="18" charset="0"/>
                <a:cs typeface="Times New Roman" panose="02020603050405020304" pitchFamily="18" charset="0"/>
              </a:rPr>
              <a:t>To tap the creativity of the people and to harness their entrepreneurial urges, a conducive organizational climate has to be fostered. </a:t>
            </a:r>
          </a:p>
          <a:p>
            <a:pPr algn="just"/>
            <a:r>
              <a:rPr lang="en-US" sz="2400" dirty="0">
                <a:latin typeface="Times New Roman" panose="02020603050405020304" pitchFamily="18" charset="0"/>
                <a:cs typeface="Times New Roman" panose="02020603050405020304" pitchFamily="18" charset="0"/>
              </a:rPr>
              <a:t>Some kind of preliminary screening is required to eliminate ideas which </a:t>
            </a:r>
            <a:r>
              <a:rPr lang="en-US" sz="2400" i="1" dirty="0">
                <a:latin typeface="Times New Roman" panose="02020603050405020304" pitchFamily="18" charset="0"/>
                <a:cs typeface="Times New Roman" panose="02020603050405020304" pitchFamily="18" charset="0"/>
              </a:rPr>
              <a:t>prima facie</a:t>
            </a:r>
            <a:r>
              <a:rPr lang="en-US" sz="2400" dirty="0">
                <a:latin typeface="Times New Roman" panose="02020603050405020304" pitchFamily="18" charset="0"/>
                <a:cs typeface="Times New Roman" panose="02020603050405020304" pitchFamily="18" charset="0"/>
              </a:rPr>
              <a:t> are not promising</a:t>
            </a:r>
          </a:p>
          <a:p>
            <a:pPr algn="just"/>
            <a:endParaRPr lang="en-US"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20759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1017</TotalTime>
  <Words>6027</Words>
  <Application>Microsoft Office PowerPoint</Application>
  <PresentationFormat>Widescreen</PresentationFormat>
  <Paragraphs>879</Paragraphs>
  <Slides>125</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125</vt:i4>
      </vt:variant>
    </vt:vector>
  </HeadingPairs>
  <TitlesOfParts>
    <vt:vector size="132" baseType="lpstr">
      <vt:lpstr>Aptos</vt:lpstr>
      <vt:lpstr>Aptos Display</vt:lpstr>
      <vt:lpstr>Arial</vt:lpstr>
      <vt:lpstr>Cambria Math</vt:lpstr>
      <vt:lpstr>Google Sans Text</vt:lpstr>
      <vt:lpstr>Times New Roman</vt:lpstr>
      <vt:lpstr>Office Theme</vt:lpstr>
      <vt:lpstr>PowerPoint Presentation</vt:lpstr>
      <vt:lpstr>Index</vt:lpstr>
      <vt:lpstr>Index</vt:lpstr>
      <vt:lpstr>Brief Introduction of the Faculty Member </vt:lpstr>
      <vt:lpstr>Evaluation Scheme</vt:lpstr>
      <vt:lpstr>Syllabus</vt:lpstr>
      <vt:lpstr>Syllabus</vt:lpstr>
      <vt:lpstr>Branch Wise Application</vt:lpstr>
      <vt:lpstr>Course objective(s)</vt:lpstr>
      <vt:lpstr>Course outcome(s) </vt:lpstr>
      <vt:lpstr>Program outcome (POs)</vt:lpstr>
      <vt:lpstr>COs and POs Mapping</vt:lpstr>
      <vt:lpstr>Program Educational Objectives (PEOs)</vt:lpstr>
      <vt:lpstr>Result Analysis</vt:lpstr>
      <vt:lpstr>End Semester Question paper Templates</vt:lpstr>
      <vt:lpstr>End Semester Question paper Templates</vt:lpstr>
      <vt:lpstr> Prerequisite /Recap</vt:lpstr>
      <vt:lpstr>Brief Introduction about the Subject with Videos</vt:lpstr>
      <vt:lpstr>Unit Content</vt:lpstr>
      <vt:lpstr>Unit objective</vt:lpstr>
      <vt:lpstr>Topic Objectives &amp; Topic Outcome</vt:lpstr>
      <vt:lpstr>Idea Generation &amp; Sources</vt:lpstr>
      <vt:lpstr>Comparative Rating &amp; Screening Approaches</vt:lpstr>
      <vt:lpstr>Example</vt:lpstr>
      <vt:lpstr>Project feasibility and Pre-feasibility report</vt:lpstr>
      <vt:lpstr>Project feasibility and Pre-feasibility report</vt:lpstr>
      <vt:lpstr>Project feasibility and Pre-feasibility report</vt:lpstr>
      <vt:lpstr>Project Selection &amp; Project Rating Index</vt:lpstr>
      <vt:lpstr>Numerical</vt:lpstr>
      <vt:lpstr>Numerical</vt:lpstr>
      <vt:lpstr>Project Identification</vt:lpstr>
      <vt:lpstr>Stimulation of Flow of Ideas</vt:lpstr>
      <vt:lpstr>Stimulation of Flow of Ideas</vt:lpstr>
      <vt:lpstr>Stimulation of Flow of Ideas</vt:lpstr>
      <vt:lpstr>Tools for Identifying Project Opportunities</vt:lpstr>
      <vt:lpstr>1. Porter’s 5 Forces</vt:lpstr>
      <vt:lpstr>2. Life cycle approach</vt:lpstr>
      <vt:lpstr>3. Experience curve</vt:lpstr>
      <vt:lpstr>Generating Project Ideas</vt:lpstr>
      <vt:lpstr>Generating Project Ideas</vt:lpstr>
      <vt:lpstr>Project Implementation Stages</vt:lpstr>
      <vt:lpstr>Topic objective and topic outcome</vt:lpstr>
      <vt:lpstr>Project Screening &amp; Selection</vt:lpstr>
      <vt:lpstr>1. Compatibility with the promoter</vt:lpstr>
      <vt:lpstr>2. Consistency with Government priorities </vt:lpstr>
      <vt:lpstr>3. Availability of inputs</vt:lpstr>
      <vt:lpstr>4. Adequacy of market</vt:lpstr>
      <vt:lpstr>5. Reasonableness of Cost</vt:lpstr>
      <vt:lpstr>6. Acceptability of risk level</vt:lpstr>
      <vt:lpstr>Project Rating Index (PRI)</vt:lpstr>
      <vt:lpstr>Steps of PRI</vt:lpstr>
      <vt:lpstr>Ranking Potential Projects</vt:lpstr>
      <vt:lpstr>Using Priority Matrix</vt:lpstr>
      <vt:lpstr>Topic Objectives &amp; Outcome</vt:lpstr>
      <vt:lpstr>Market &amp; Demand Analysis </vt:lpstr>
      <vt:lpstr>Factors, that answer &gt;</vt:lpstr>
      <vt:lpstr>Collection of Secondary Information</vt:lpstr>
      <vt:lpstr>Conduct of Survey</vt:lpstr>
      <vt:lpstr>Characterization of Market</vt:lpstr>
      <vt:lpstr>Marketing Strategy</vt:lpstr>
      <vt:lpstr>Demand Forecasting</vt:lpstr>
      <vt:lpstr>Jury of Executive Opinion Method</vt:lpstr>
      <vt:lpstr>Delphi Method</vt:lpstr>
      <vt:lpstr>Demand Forecasting</vt:lpstr>
      <vt:lpstr>Trend projection method</vt:lpstr>
      <vt:lpstr>Moving Average Method</vt:lpstr>
      <vt:lpstr>Demand Forecasting</vt:lpstr>
      <vt:lpstr>Chain Ratio Method</vt:lpstr>
      <vt:lpstr>Consumption Level Method</vt:lpstr>
      <vt:lpstr>End-use method</vt:lpstr>
      <vt:lpstr>Bass Diffusion Method (Frank Bass)</vt:lpstr>
      <vt:lpstr>Leading Indicator Method</vt:lpstr>
      <vt:lpstr>Econometric method</vt:lpstr>
      <vt:lpstr>Single  Equation Model</vt:lpstr>
      <vt:lpstr>Simultaneous Equation Model </vt:lpstr>
      <vt:lpstr>Topic Objectives &amp; Outcome</vt:lpstr>
      <vt:lpstr>Project Risk &amp; Uncertainty</vt:lpstr>
      <vt:lpstr>Project Risk</vt:lpstr>
      <vt:lpstr>Project Risk</vt:lpstr>
      <vt:lpstr>Types of Risk</vt:lpstr>
      <vt:lpstr>Operational Risk</vt:lpstr>
      <vt:lpstr>Short-term strategic Risks</vt:lpstr>
      <vt:lpstr>Long-term strategic Risks</vt:lpstr>
      <vt:lpstr>Common Project Risk</vt:lpstr>
      <vt:lpstr>Criteria to Categories Risk</vt:lpstr>
      <vt:lpstr>Criteria to Categories Risk</vt:lpstr>
      <vt:lpstr>Criteria to Categories Risk</vt:lpstr>
      <vt:lpstr>Topic Objectives &amp; Outcome</vt:lpstr>
      <vt:lpstr>Risk Identification &amp; Analysis</vt:lpstr>
      <vt:lpstr>Risk Identification &amp; Analysis</vt:lpstr>
      <vt:lpstr>Six Steps Process</vt:lpstr>
      <vt:lpstr>Step 1: Make a List</vt:lpstr>
      <vt:lpstr>Step 2 &amp; step 3</vt:lpstr>
      <vt:lpstr>Step 2 &amp; step 3</vt:lpstr>
      <vt:lpstr>Step 4: Prevent or Mitigate the Risk</vt:lpstr>
      <vt:lpstr>Step 5: Consider Contingencies</vt:lpstr>
      <vt:lpstr>Step 6: Establish the Trigger Point</vt:lpstr>
      <vt:lpstr>Risk Screening</vt:lpstr>
      <vt:lpstr>Risk Matrix</vt:lpstr>
      <vt:lpstr>Risk Register</vt:lpstr>
      <vt:lpstr>Pareto diagram</vt:lpstr>
      <vt:lpstr>Failure Modes and Effects Analysis</vt:lpstr>
      <vt:lpstr>Project Definition Rating Index</vt:lpstr>
      <vt:lpstr>Quantitative Risk Analysis</vt:lpstr>
      <vt:lpstr>Quantitative Risk Analysis</vt:lpstr>
      <vt:lpstr>Quantitative Risk Analysis</vt:lpstr>
      <vt:lpstr>Topic Objectives &amp; Outcome</vt:lpstr>
      <vt:lpstr>Risk Identification Analysis</vt:lpstr>
      <vt:lpstr>Risk Identification Analysis</vt:lpstr>
      <vt:lpstr>Risk Identification Analysis</vt:lpstr>
      <vt:lpstr>Daily quiz</vt:lpstr>
      <vt:lpstr>Weekly assignment </vt:lpstr>
      <vt:lpstr>Topic links</vt:lpstr>
      <vt:lpstr>MCQs</vt:lpstr>
      <vt:lpstr>MCQs</vt:lpstr>
      <vt:lpstr>MCQs</vt:lpstr>
      <vt:lpstr>Old question paper</vt:lpstr>
      <vt:lpstr>Old question paper</vt:lpstr>
      <vt:lpstr>Old question paper</vt:lpstr>
      <vt:lpstr>Old question paper</vt:lpstr>
      <vt:lpstr>Old question paper</vt:lpstr>
      <vt:lpstr>Old question paper</vt:lpstr>
      <vt:lpstr>Expected Questions</vt:lpstr>
      <vt:lpstr>References</vt:lpstr>
      <vt:lpstr>Recap of unit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Manish Kaushik</dc:creator>
  <cp:lastModifiedBy>Priya Bharti</cp:lastModifiedBy>
  <cp:revision>24</cp:revision>
  <dcterms:created xsi:type="dcterms:W3CDTF">2024-03-22T08:16:53Z</dcterms:created>
  <dcterms:modified xsi:type="dcterms:W3CDTF">2026-08-10T11:02:21Z</dcterms:modified>
</cp:coreProperties>
</file>